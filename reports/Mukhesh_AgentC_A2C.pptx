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430" r:id="rId3"/>
    <p:sldId id="434" r:id="rId59"/>
    <p:sldId id="433" r:id="rId58"/>
    <p:sldId id="432" r:id="rId57"/>
    <p:sldId id="431" r:id="rId56"/>
  </p:sldIdLst>
  <p:sldSz cx="12192000" cy="6858000"/>
  <p:notesSz cx="12192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9" roundtripDataSignature="AMtx7mgsmGckoBzwjZKne9HFUle81RjT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E16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1058BB-96B0-418C-B48D-3DCCC7E9D018}" v="59" dt="2026-05-13T13:08:17.745"/>
  </p1510:revLst>
</p1510:revInfo>
</file>

<file path=ppt/tableStyles.xml><?xml version="1.0" encoding="utf-8"?>
<a:tblStyleLst xmlns:a="http://schemas.openxmlformats.org/drawingml/2006/main" def="{1EAB2D85-9B6F-43F3-A185-701A91043BBF}">
  <a:tblStyle styleId="{1EAB2D85-9B6F-43F3-A185-701A91043BB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9" Type="http://customschemas.google.com/relationships/presentationmetadata" Target="metadata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Relationship Id="rId54" Type="http://schemas.microsoft.com/office/2016/11/relationships/changesInfo" Target="changesInfos/changesInfo1.xml"/><Relationship Id="rId55" Type="http://schemas.microsoft.com/office/2015/10/relationships/revisionInfo" Target="revisionInfo.xml"/><Relationship Id="rId56" Type="http://schemas.openxmlformats.org/officeDocument/2006/relationships/slide" Target="slides/slide6.xml"/><Relationship Id="rId57" Type="http://schemas.openxmlformats.org/officeDocument/2006/relationships/slide" Target="slides/slide5.xml"/><Relationship Id="rId58" Type="http://schemas.openxmlformats.org/officeDocument/2006/relationships/slide" Target="slides/slide4.xml"/><Relationship Id="rId59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UNNA LEEKHITH SRI KRISHNA-[BL.EN.U4AIE23060]" userId="4f2a6e44-6bf4-4d4a-ab81-df8c3a72ebf9" providerId="ADAL" clId="{4056677F-CB4D-4659-8800-44F0D00BECA8}"/>
    <pc:docChg chg="undo redo custSel addSld delSld modSld sldOrd">
      <pc:chgData name="NUNNA LEEKHITH SRI KRISHNA-[BL.EN.U4AIE23060]" userId="4f2a6e44-6bf4-4d4a-ab81-df8c3a72ebf9" providerId="ADAL" clId="{4056677F-CB4D-4659-8800-44F0D00BECA8}" dt="2026-05-13T17:30:54.287" v="3767" actId="1076"/>
      <pc:docMkLst>
        <pc:docMk/>
      </pc:docMkLst>
      <pc:sldChg chg="addSp modSp mod modNotesTx">
        <pc:chgData name="NUNNA LEEKHITH SRI KRISHNA-[BL.EN.U4AIE23060]" userId="4f2a6e44-6bf4-4d4a-ab81-df8c3a72ebf9" providerId="ADAL" clId="{4056677F-CB4D-4659-8800-44F0D00BECA8}" dt="2026-05-07T07:08:10.072" v="1440" actId="14100"/>
        <pc:sldMkLst>
          <pc:docMk/>
          <pc:sldMk cId="0" sldId="256"/>
        </pc:sldMkLst>
        <pc:spChg chg="mod">
          <ac:chgData name="NUNNA LEEKHITH SRI KRISHNA-[BL.EN.U4AIE23060]" userId="4f2a6e44-6bf4-4d4a-ab81-df8c3a72ebf9" providerId="ADAL" clId="{4056677F-CB4D-4659-8800-44F0D00BECA8}" dt="2026-05-07T07:02:05.708" v="1423" actId="14100"/>
          <ac:spMkLst>
            <pc:docMk/>
            <pc:sldMk cId="0" sldId="256"/>
            <ac:spMk id="54" creationId="{00000000-0000-0000-0000-000000000000}"/>
          </ac:spMkLst>
        </pc:spChg>
        <pc:spChg chg="mod">
          <ac:chgData name="NUNNA LEEKHITH SRI KRISHNA-[BL.EN.U4AIE23060]" userId="4f2a6e44-6bf4-4d4a-ab81-df8c3a72ebf9" providerId="ADAL" clId="{4056677F-CB4D-4659-8800-44F0D00BECA8}" dt="2026-05-07T07:07:57.653" v="1437" actId="14826"/>
          <ac:spMkLst>
            <pc:docMk/>
            <pc:sldMk cId="0" sldId="256"/>
            <ac:spMk id="56" creationId="{00000000-0000-0000-0000-000000000000}"/>
          </ac:spMkLst>
        </pc:spChg>
        <pc:spChg chg="mod">
          <ac:chgData name="NUNNA LEEKHITH SRI KRISHNA-[BL.EN.U4AIE23060]" userId="4f2a6e44-6bf4-4d4a-ab81-df8c3a72ebf9" providerId="ADAL" clId="{4056677F-CB4D-4659-8800-44F0D00BECA8}" dt="2026-05-07T07:03:02.696" v="1435" actId="1076"/>
          <ac:spMkLst>
            <pc:docMk/>
            <pc:sldMk cId="0" sldId="256"/>
            <ac:spMk id="59" creationId="{00000000-0000-0000-0000-000000000000}"/>
          </ac:spMkLst>
        </pc:spChg>
        <pc:spChg chg="mod">
          <ac:chgData name="NUNNA LEEKHITH SRI KRISHNA-[BL.EN.U4AIE23060]" userId="4f2a6e44-6bf4-4d4a-ab81-df8c3a72ebf9" providerId="ADAL" clId="{4056677F-CB4D-4659-8800-44F0D00BECA8}" dt="2026-05-05T13:52:43.423" v="10" actId="20577"/>
          <ac:spMkLst>
            <pc:docMk/>
            <pc:sldMk cId="0" sldId="256"/>
            <ac:spMk id="60" creationId="{00000000-0000-0000-0000-000000000000}"/>
          </ac:spMkLst>
        </pc:spChg>
        <pc:grpChg chg="mod">
          <ac:chgData name="NUNNA LEEKHITH SRI KRISHNA-[BL.EN.U4AIE23060]" userId="4f2a6e44-6bf4-4d4a-ab81-df8c3a72ebf9" providerId="ADAL" clId="{4056677F-CB4D-4659-8800-44F0D00BECA8}" dt="2026-05-07T07:02:58.626" v="1434" actId="1076"/>
          <ac:grpSpMkLst>
            <pc:docMk/>
            <pc:sldMk cId="0" sldId="256"/>
            <ac:grpSpMk id="51" creationId="{00000000-0000-0000-0000-000000000000}"/>
          </ac:grpSpMkLst>
        </pc:grpChg>
        <pc:grpChg chg="mod">
          <ac:chgData name="NUNNA LEEKHITH SRI KRISHNA-[BL.EN.U4AIE23060]" userId="4f2a6e44-6bf4-4d4a-ab81-df8c3a72ebf9" providerId="ADAL" clId="{4056677F-CB4D-4659-8800-44F0D00BECA8}" dt="2026-05-07T07:07:57.653" v="1437" actId="14826"/>
          <ac:grpSpMkLst>
            <pc:docMk/>
            <pc:sldMk cId="0" sldId="256"/>
            <ac:grpSpMk id="55" creationId="{00000000-0000-0000-0000-000000000000}"/>
          </ac:grpSpMkLst>
        </pc:grpChg>
        <pc:picChg chg="mod">
          <ac:chgData name="NUNNA LEEKHITH SRI KRISHNA-[BL.EN.U4AIE23060]" userId="4f2a6e44-6bf4-4d4a-ab81-df8c3a72ebf9" providerId="ADAL" clId="{4056677F-CB4D-4659-8800-44F0D00BECA8}" dt="2026-05-07T07:07:57.653" v="1437" actId="14826"/>
          <ac:picMkLst>
            <pc:docMk/>
            <pc:sldMk cId="0" sldId="256"/>
            <ac:picMk id="57" creationId="{00000000-0000-0000-0000-000000000000}"/>
          </ac:picMkLst>
        </pc:picChg>
        <pc:picChg chg="mod">
          <ac:chgData name="NUNNA LEEKHITH SRI KRISHNA-[BL.EN.U4AIE23060]" userId="4f2a6e44-6bf4-4d4a-ab81-df8c3a72ebf9" providerId="ADAL" clId="{4056677F-CB4D-4659-8800-44F0D00BECA8}" dt="2026-05-07T07:08:10.072" v="1440" actId="14100"/>
          <ac:picMkLst>
            <pc:docMk/>
            <pc:sldMk cId="0" sldId="256"/>
            <ac:picMk id="58" creationId="{00000000-0000-0000-0000-000000000000}"/>
          </ac:picMkLst>
        </pc:picChg>
      </pc:sldChg>
      <pc:sldChg chg="modSp add del mod">
        <pc:chgData name="NUNNA LEEKHITH SRI KRISHNA-[BL.EN.U4AIE23060]" userId="4f2a6e44-6bf4-4d4a-ab81-df8c3a72ebf9" providerId="ADAL" clId="{4056677F-CB4D-4659-8800-44F0D00BECA8}" dt="2026-05-07T09:41:29.985" v="2884" actId="20577"/>
        <pc:sldMkLst>
          <pc:docMk/>
          <pc:sldMk cId="0" sldId="261"/>
        </pc:sldMkLst>
        <pc:spChg chg="mod">
          <ac:chgData name="NUNNA LEEKHITH SRI KRISHNA-[BL.EN.U4AIE23060]" userId="4f2a6e44-6bf4-4d4a-ab81-df8c3a72ebf9" providerId="ADAL" clId="{4056677F-CB4D-4659-8800-44F0D00BECA8}" dt="2026-05-07T09:41:29.985" v="2884" actId="20577"/>
          <ac:spMkLst>
            <pc:docMk/>
            <pc:sldMk cId="0" sldId="261"/>
            <ac:spMk id="104" creationId="{00000000-0000-0000-0000-000000000000}"/>
          </ac:spMkLst>
        </pc:spChg>
      </pc:sldChg>
      <pc:sldChg chg="addSp delSp modSp mod modNotesTx">
        <pc:chgData name="NUNNA LEEKHITH SRI KRISHNA-[BL.EN.U4AIE23060]" userId="4f2a6e44-6bf4-4d4a-ab81-df8c3a72ebf9" providerId="ADAL" clId="{4056677F-CB4D-4659-8800-44F0D00BECA8}" dt="2026-05-07T07:26:05.516" v="1600" actId="1076"/>
        <pc:sldMkLst>
          <pc:docMk/>
          <pc:sldMk cId="2985119757" sldId="262"/>
        </pc:sldMkLst>
        <pc:spChg chg="mod">
          <ac:chgData name="NUNNA LEEKHITH SRI KRISHNA-[BL.EN.U4AIE23060]" userId="4f2a6e44-6bf4-4d4a-ab81-df8c3a72ebf9" providerId="ADAL" clId="{4056677F-CB4D-4659-8800-44F0D00BECA8}" dt="2026-05-07T07:18:39.698" v="1561"/>
          <ac:spMkLst>
            <pc:docMk/>
            <pc:sldMk cId="2985119757" sldId="262"/>
            <ac:spMk id="2" creationId="{591FEC00-E2BA-5653-52F6-DDCAF8986351}"/>
          </ac:spMkLst>
        </pc:spChg>
        <pc:spChg chg="add mod">
          <ac:chgData name="NUNNA LEEKHITH SRI KRISHNA-[BL.EN.U4AIE23060]" userId="4f2a6e44-6bf4-4d4a-ab81-df8c3a72ebf9" providerId="ADAL" clId="{4056677F-CB4D-4659-8800-44F0D00BECA8}" dt="2026-05-07T07:21:38.393" v="1564"/>
          <ac:spMkLst>
            <pc:docMk/>
            <pc:sldMk cId="2985119757" sldId="262"/>
            <ac:spMk id="10" creationId="{ABADFB51-D887-D2E7-6502-7605E1E71F1F}"/>
          </ac:spMkLst>
        </pc:spChg>
        <pc:spChg chg="add mod">
          <ac:chgData name="NUNNA LEEKHITH SRI KRISHNA-[BL.EN.U4AIE23060]" userId="4f2a6e44-6bf4-4d4a-ab81-df8c3a72ebf9" providerId="ADAL" clId="{4056677F-CB4D-4659-8800-44F0D00BECA8}" dt="2026-05-07T07:23:02.333" v="1591" actId="14100"/>
          <ac:spMkLst>
            <pc:docMk/>
            <pc:sldMk cId="2985119757" sldId="262"/>
            <ac:spMk id="13" creationId="{79F488C9-F939-AE91-63FA-4E36A779EB71}"/>
          </ac:spMkLst>
        </pc:spChg>
        <pc:spChg chg="add mod">
          <ac:chgData name="NUNNA LEEKHITH SRI KRISHNA-[BL.EN.U4AIE23060]" userId="4f2a6e44-6bf4-4d4a-ab81-df8c3a72ebf9" providerId="ADAL" clId="{4056677F-CB4D-4659-8800-44F0D00BECA8}" dt="2026-05-07T07:23:07.558" v="1593" actId="207"/>
          <ac:spMkLst>
            <pc:docMk/>
            <pc:sldMk cId="2985119757" sldId="262"/>
            <ac:spMk id="16" creationId="{6078F43E-1CF8-F016-9774-2B12C236440C}"/>
          </ac:spMkLst>
        </pc:spChg>
        <pc:picChg chg="add mod modCrop">
          <ac:chgData name="NUNNA LEEKHITH SRI KRISHNA-[BL.EN.U4AIE23060]" userId="4f2a6e44-6bf4-4d4a-ab81-df8c3a72ebf9" providerId="ADAL" clId="{4056677F-CB4D-4659-8800-44F0D00BECA8}" dt="2026-05-07T07:26:05.516" v="1600" actId="1076"/>
          <ac:picMkLst>
            <pc:docMk/>
            <pc:sldMk cId="2985119757" sldId="262"/>
            <ac:picMk id="17" creationId="{16233891-FF36-BE76-8AEE-E37D23B27AB4}"/>
          </ac:picMkLst>
        </pc:picChg>
      </pc:sldChg>
      <pc:sldChg chg="modSp mod modNotesTx">
        <pc:chgData name="NUNNA LEEKHITH SRI KRISHNA-[BL.EN.U4AIE23060]" userId="4f2a6e44-6bf4-4d4a-ab81-df8c3a72ebf9" providerId="ADAL" clId="{4056677F-CB4D-4659-8800-44F0D00BECA8}" dt="2026-05-08T03:52:21.328" v="2952" actId="113"/>
        <pc:sldMkLst>
          <pc:docMk/>
          <pc:sldMk cId="3534994579" sldId="264"/>
        </pc:sldMkLst>
        <pc:spChg chg="mod">
          <ac:chgData name="NUNNA LEEKHITH SRI KRISHNA-[BL.EN.U4AIE23060]" userId="4f2a6e44-6bf4-4d4a-ab81-df8c3a72ebf9" providerId="ADAL" clId="{4056677F-CB4D-4659-8800-44F0D00BECA8}" dt="2026-05-07T09:30:47.750" v="2739"/>
          <ac:spMkLst>
            <pc:docMk/>
            <pc:sldMk cId="3534994579" sldId="264"/>
            <ac:spMk id="2" creationId="{5CCB670E-83A0-B455-5F2D-368212DF118F}"/>
          </ac:spMkLst>
        </pc:spChg>
        <pc:spChg chg="mod">
          <ac:chgData name="NUNNA LEEKHITH SRI KRISHNA-[BL.EN.U4AIE23060]" userId="4f2a6e44-6bf4-4d4a-ab81-df8c3a72ebf9" providerId="ADAL" clId="{4056677F-CB4D-4659-8800-44F0D00BECA8}" dt="2026-05-07T15:29:42.236" v="2909" actId="14100"/>
          <ac:spMkLst>
            <pc:docMk/>
            <pc:sldMk cId="3534994579" sldId="264"/>
            <ac:spMk id="4" creationId="{E4B40EC4-5CAB-5DA8-60E0-5DA337C831F7}"/>
          </ac:spMkLst>
        </pc:spChg>
        <pc:spChg chg="mod">
          <ac:chgData name="NUNNA LEEKHITH SRI KRISHNA-[BL.EN.U4AIE23060]" userId="4f2a6e44-6bf4-4d4a-ab81-df8c3a72ebf9" providerId="ADAL" clId="{4056677F-CB4D-4659-8800-44F0D00BECA8}" dt="2026-05-07T09:34:05.624" v="2784" actId="255"/>
          <ac:spMkLst>
            <pc:docMk/>
            <pc:sldMk cId="3534994579" sldId="264"/>
            <ac:spMk id="5" creationId="{04584D2E-CB4A-EB2A-1A47-35B73348938C}"/>
          </ac:spMkLst>
        </pc:spChg>
        <pc:spChg chg="mod">
          <ac:chgData name="NUNNA LEEKHITH SRI KRISHNA-[BL.EN.U4AIE23060]" userId="4f2a6e44-6bf4-4d4a-ab81-df8c3a72ebf9" providerId="ADAL" clId="{4056677F-CB4D-4659-8800-44F0D00BECA8}" dt="2026-05-07T09:38:19.906" v="2840" actId="113"/>
          <ac:spMkLst>
            <pc:docMk/>
            <pc:sldMk cId="3534994579" sldId="264"/>
            <ac:spMk id="6" creationId="{F33C2373-F31A-4F86-A20E-C1FFAB1EADD4}"/>
          </ac:spMkLst>
        </pc:spChg>
        <pc:spChg chg="mod">
          <ac:chgData name="NUNNA LEEKHITH SRI KRISHNA-[BL.EN.U4AIE23060]" userId="4f2a6e44-6bf4-4d4a-ab81-df8c3a72ebf9" providerId="ADAL" clId="{4056677F-CB4D-4659-8800-44F0D00BECA8}" dt="2026-05-07T09:36:24.656" v="2818" actId="5793"/>
          <ac:spMkLst>
            <pc:docMk/>
            <pc:sldMk cId="3534994579" sldId="264"/>
            <ac:spMk id="7" creationId="{7F33116E-CB4F-2A4F-09ED-945AC5CA30A9}"/>
          </ac:spMkLst>
        </pc:spChg>
        <pc:spChg chg="mod">
          <ac:chgData name="NUNNA LEEKHITH SRI KRISHNA-[BL.EN.U4AIE23060]" userId="4f2a6e44-6bf4-4d4a-ab81-df8c3a72ebf9" providerId="ADAL" clId="{4056677F-CB4D-4659-8800-44F0D00BECA8}" dt="2026-05-08T03:52:21.328" v="2952" actId="113"/>
          <ac:spMkLst>
            <pc:docMk/>
            <pc:sldMk cId="3534994579" sldId="264"/>
            <ac:spMk id="8" creationId="{460C8345-2164-0867-C698-A173F57417EE}"/>
          </ac:spMkLst>
        </pc:spChg>
      </pc:sldChg>
      <pc:sldChg chg="addSp delSp modSp new mod">
        <pc:chgData name="NUNNA LEEKHITH SRI KRISHNA-[BL.EN.U4AIE23060]" userId="4f2a6e44-6bf4-4d4a-ab81-df8c3a72ebf9" providerId="ADAL" clId="{4056677F-CB4D-4659-8800-44F0D00BECA8}" dt="2026-05-07T07:38:25.792" v="1719" actId="20577"/>
        <pc:sldMkLst>
          <pc:docMk/>
          <pc:sldMk cId="2736731304" sldId="430"/>
        </pc:sldMkLst>
        <pc:spChg chg="mod">
          <ac:chgData name="NUNNA LEEKHITH SRI KRISHNA-[BL.EN.U4AIE23060]" userId="4f2a6e44-6bf4-4d4a-ab81-df8c3a72ebf9" providerId="ADAL" clId="{4056677F-CB4D-4659-8800-44F0D00BECA8}" dt="2026-05-07T07:09:25.013" v="1443"/>
          <ac:spMkLst>
            <pc:docMk/>
            <pc:sldMk cId="2736731304" sldId="430"/>
            <ac:spMk id="2" creationId="{B84F0585-93E1-02BD-CC7A-8EED0645ABF8}"/>
          </ac:spMkLst>
        </pc:spChg>
        <pc:spChg chg="add mod">
          <ac:chgData name="NUNNA LEEKHITH SRI KRISHNA-[BL.EN.U4AIE23060]" userId="4f2a6e44-6bf4-4d4a-ab81-df8c3a72ebf9" providerId="ADAL" clId="{4056677F-CB4D-4659-8800-44F0D00BECA8}" dt="2026-05-07T07:12:53.913" v="1490" actId="14100"/>
          <ac:spMkLst>
            <pc:docMk/>
            <pc:sldMk cId="2736731304" sldId="430"/>
            <ac:spMk id="14" creationId="{66197371-5F3E-50AB-5F9E-128615FE7EEB}"/>
          </ac:spMkLst>
        </pc:spChg>
        <pc:spChg chg="add mod">
          <ac:chgData name="NUNNA LEEKHITH SRI KRISHNA-[BL.EN.U4AIE23060]" userId="4f2a6e44-6bf4-4d4a-ab81-df8c3a72ebf9" providerId="ADAL" clId="{4056677F-CB4D-4659-8800-44F0D00BECA8}" dt="2026-05-07T07:38:25.792" v="1719" actId="20577"/>
          <ac:spMkLst>
            <pc:docMk/>
            <pc:sldMk cId="2736731304" sldId="430"/>
            <ac:spMk id="16" creationId="{DC5FAEC8-6DC2-49A3-DBA7-6217E7E6DD77}"/>
          </ac:spMkLst>
        </pc:spChg>
        <pc:picChg chg="add mod">
          <ac:chgData name="NUNNA LEEKHITH SRI KRISHNA-[BL.EN.U4AIE23060]" userId="4f2a6e44-6bf4-4d4a-ab81-df8c3a72ebf9" providerId="ADAL" clId="{4056677F-CB4D-4659-8800-44F0D00BECA8}" dt="2026-05-07T07:18:04.204" v="1553" actId="1076"/>
          <ac:picMkLst>
            <pc:docMk/>
            <pc:sldMk cId="2736731304" sldId="430"/>
            <ac:picMk id="18" creationId="{F5D872C4-4D4E-FC2E-7D1E-20BC0F992305}"/>
          </ac:picMkLst>
        </pc:picChg>
      </pc:sldChg>
      <pc:sldChg chg="addSp delSp modSp new del mod">
        <pc:chgData name="NUNNA LEEKHITH SRI KRISHNA-[BL.EN.U4AIE23060]" userId="4f2a6e44-6bf4-4d4a-ab81-df8c3a72ebf9" providerId="ADAL" clId="{4056677F-CB4D-4659-8800-44F0D00BECA8}" dt="2026-05-13T08:45:57.367" v="2953" actId="47"/>
        <pc:sldMkLst>
          <pc:docMk/>
          <pc:sldMk cId="1233407966" sldId="431"/>
        </pc:sldMkLst>
      </pc:sldChg>
      <pc:sldChg chg="addSp delSp modSp add del mod">
        <pc:chgData name="NUNNA LEEKHITH SRI KRISHNA-[BL.EN.U4AIE23060]" userId="4f2a6e44-6bf4-4d4a-ab81-df8c3a72ebf9" providerId="ADAL" clId="{4056677F-CB4D-4659-8800-44F0D00BECA8}" dt="2026-05-13T08:45:58.018" v="2954" actId="47"/>
        <pc:sldMkLst>
          <pc:docMk/>
          <pc:sldMk cId="418087954" sldId="432"/>
        </pc:sldMkLst>
      </pc:sldChg>
      <pc:sldChg chg="addSp delSp modSp add del mod">
        <pc:chgData name="NUNNA LEEKHITH SRI KRISHNA-[BL.EN.U4AIE23060]" userId="4f2a6e44-6bf4-4d4a-ab81-df8c3a72ebf9" providerId="ADAL" clId="{4056677F-CB4D-4659-8800-44F0D00BECA8}" dt="2026-05-13T08:45:58.460" v="2955" actId="47"/>
        <pc:sldMkLst>
          <pc:docMk/>
          <pc:sldMk cId="2911485117" sldId="433"/>
        </pc:sldMkLst>
      </pc:sldChg>
      <pc:sldChg chg="addSp delSp modSp add del mod">
        <pc:chgData name="NUNNA LEEKHITH SRI KRISHNA-[BL.EN.U4AIE23060]" userId="4f2a6e44-6bf4-4d4a-ab81-df8c3a72ebf9" providerId="ADAL" clId="{4056677F-CB4D-4659-8800-44F0D00BECA8}" dt="2026-05-13T08:45:58.831" v="2956" actId="47"/>
        <pc:sldMkLst>
          <pc:docMk/>
          <pc:sldMk cId="3056309999" sldId="434"/>
        </pc:sldMkLst>
      </pc:sldChg>
      <pc:sldChg chg="addSp delSp modSp add del mod">
        <pc:chgData name="NUNNA LEEKHITH SRI KRISHNA-[BL.EN.U4AIE23060]" userId="4f2a6e44-6bf4-4d4a-ab81-df8c3a72ebf9" providerId="ADAL" clId="{4056677F-CB4D-4659-8800-44F0D00BECA8}" dt="2026-05-13T08:45:59.215" v="2957" actId="47"/>
        <pc:sldMkLst>
          <pc:docMk/>
          <pc:sldMk cId="1187000715" sldId="435"/>
        </pc:sldMkLst>
      </pc:sldChg>
      <pc:sldChg chg="addSp delSp modSp add del mod">
        <pc:chgData name="NUNNA LEEKHITH SRI KRISHNA-[BL.EN.U4AIE23060]" userId="4f2a6e44-6bf4-4d4a-ab81-df8c3a72ebf9" providerId="ADAL" clId="{4056677F-CB4D-4659-8800-44F0D00BECA8}" dt="2026-05-13T08:45:59.607" v="2958" actId="47"/>
        <pc:sldMkLst>
          <pc:docMk/>
          <pc:sldMk cId="3391917251" sldId="436"/>
        </pc:sldMkLst>
      </pc:sldChg>
      <pc:sldChg chg="addSp delSp modSp add del mod">
        <pc:chgData name="NUNNA LEEKHITH SRI KRISHNA-[BL.EN.U4AIE23060]" userId="4f2a6e44-6bf4-4d4a-ab81-df8c3a72ebf9" providerId="ADAL" clId="{4056677F-CB4D-4659-8800-44F0D00BECA8}" dt="2026-05-13T08:46:00.007" v="2959" actId="47"/>
        <pc:sldMkLst>
          <pc:docMk/>
          <pc:sldMk cId="3854636986" sldId="437"/>
        </pc:sldMkLst>
      </pc:sldChg>
      <pc:sldChg chg="addSp delSp modSp add del mod">
        <pc:chgData name="NUNNA LEEKHITH SRI KRISHNA-[BL.EN.U4AIE23060]" userId="4f2a6e44-6bf4-4d4a-ab81-df8c3a72ebf9" providerId="ADAL" clId="{4056677F-CB4D-4659-8800-44F0D00BECA8}" dt="2026-05-13T08:46:00.502" v="2960" actId="47"/>
        <pc:sldMkLst>
          <pc:docMk/>
          <pc:sldMk cId="4250544058" sldId="438"/>
        </pc:sldMkLst>
      </pc:sldChg>
      <pc:sldChg chg="addSp modSp add del mod">
        <pc:chgData name="NUNNA LEEKHITH SRI KRISHNA-[BL.EN.U4AIE23060]" userId="4f2a6e44-6bf4-4d4a-ab81-df8c3a72ebf9" providerId="ADAL" clId="{4056677F-CB4D-4659-8800-44F0D00BECA8}" dt="2026-05-13T08:46:00.883" v="2961" actId="47"/>
        <pc:sldMkLst>
          <pc:docMk/>
          <pc:sldMk cId="112272413" sldId="439"/>
        </pc:sldMkLst>
      </pc:sldChg>
      <pc:sldChg chg="addSp modSp add del mod">
        <pc:chgData name="NUNNA LEEKHITH SRI KRISHNA-[BL.EN.U4AIE23060]" userId="4f2a6e44-6bf4-4d4a-ab81-df8c3a72ebf9" providerId="ADAL" clId="{4056677F-CB4D-4659-8800-44F0D00BECA8}" dt="2026-05-13T08:46:01.275" v="2962" actId="47"/>
        <pc:sldMkLst>
          <pc:docMk/>
          <pc:sldMk cId="408829428" sldId="440"/>
        </pc:sldMkLst>
      </pc:sldChg>
      <pc:sldChg chg="addSp modSp add del mod">
        <pc:chgData name="NUNNA LEEKHITH SRI KRISHNA-[BL.EN.U4AIE23060]" userId="4f2a6e44-6bf4-4d4a-ab81-df8c3a72ebf9" providerId="ADAL" clId="{4056677F-CB4D-4659-8800-44F0D00BECA8}" dt="2026-05-13T08:46:01.637" v="2963" actId="47"/>
        <pc:sldMkLst>
          <pc:docMk/>
          <pc:sldMk cId="3346795133" sldId="441"/>
        </pc:sldMkLst>
      </pc:sldChg>
      <pc:sldChg chg="addSp modSp add del mod">
        <pc:chgData name="NUNNA LEEKHITH SRI KRISHNA-[BL.EN.U4AIE23060]" userId="4f2a6e44-6bf4-4d4a-ab81-df8c3a72ebf9" providerId="ADAL" clId="{4056677F-CB4D-4659-8800-44F0D00BECA8}" dt="2026-05-13T08:46:01.995" v="2964" actId="47"/>
        <pc:sldMkLst>
          <pc:docMk/>
          <pc:sldMk cId="1545357896" sldId="442"/>
        </pc:sldMkLst>
      </pc:sldChg>
      <pc:sldChg chg="addSp modSp add del mod">
        <pc:chgData name="NUNNA LEEKHITH SRI KRISHNA-[BL.EN.U4AIE23060]" userId="4f2a6e44-6bf4-4d4a-ab81-df8c3a72ebf9" providerId="ADAL" clId="{4056677F-CB4D-4659-8800-44F0D00BECA8}" dt="2026-05-13T08:46:02.297" v="2965" actId="47"/>
        <pc:sldMkLst>
          <pc:docMk/>
          <pc:sldMk cId="1081216858" sldId="443"/>
        </pc:sldMkLst>
      </pc:sldChg>
      <pc:sldChg chg="addSp modSp add del mod">
        <pc:chgData name="NUNNA LEEKHITH SRI KRISHNA-[BL.EN.U4AIE23060]" userId="4f2a6e44-6bf4-4d4a-ab81-df8c3a72ebf9" providerId="ADAL" clId="{4056677F-CB4D-4659-8800-44F0D00BECA8}" dt="2026-05-13T08:46:02.673" v="2966" actId="47"/>
        <pc:sldMkLst>
          <pc:docMk/>
          <pc:sldMk cId="2792350528" sldId="444"/>
        </pc:sldMkLst>
      </pc:sldChg>
      <pc:sldChg chg="addSp modSp add del mod">
        <pc:chgData name="NUNNA LEEKHITH SRI KRISHNA-[BL.EN.U4AIE23060]" userId="4f2a6e44-6bf4-4d4a-ab81-df8c3a72ebf9" providerId="ADAL" clId="{4056677F-CB4D-4659-8800-44F0D00BECA8}" dt="2026-05-13T08:46:03.074" v="2967" actId="47"/>
        <pc:sldMkLst>
          <pc:docMk/>
          <pc:sldMk cId="2793339187" sldId="445"/>
        </pc:sldMkLst>
      </pc:sldChg>
      <pc:sldChg chg="addSp modSp add del mod">
        <pc:chgData name="NUNNA LEEKHITH SRI KRISHNA-[BL.EN.U4AIE23060]" userId="4f2a6e44-6bf4-4d4a-ab81-df8c3a72ebf9" providerId="ADAL" clId="{4056677F-CB4D-4659-8800-44F0D00BECA8}" dt="2026-05-13T08:46:03.641" v="2968" actId="47"/>
        <pc:sldMkLst>
          <pc:docMk/>
          <pc:sldMk cId="3678717277" sldId="446"/>
        </pc:sldMkLst>
      </pc:sldChg>
      <pc:sldChg chg="addSp modSp add del mod">
        <pc:chgData name="NUNNA LEEKHITH SRI KRISHNA-[BL.EN.U4AIE23060]" userId="4f2a6e44-6bf4-4d4a-ab81-df8c3a72ebf9" providerId="ADAL" clId="{4056677F-CB4D-4659-8800-44F0D00BECA8}" dt="2026-05-13T08:46:03.942" v="2969" actId="47"/>
        <pc:sldMkLst>
          <pc:docMk/>
          <pc:sldMk cId="1150177710" sldId="447"/>
        </pc:sldMkLst>
      </pc:sldChg>
      <pc:sldChg chg="addSp modSp add del mod">
        <pc:chgData name="NUNNA LEEKHITH SRI KRISHNA-[BL.EN.U4AIE23060]" userId="4f2a6e44-6bf4-4d4a-ab81-df8c3a72ebf9" providerId="ADAL" clId="{4056677F-CB4D-4659-8800-44F0D00BECA8}" dt="2026-05-13T08:46:04.269" v="2970" actId="47"/>
        <pc:sldMkLst>
          <pc:docMk/>
          <pc:sldMk cId="2068777133" sldId="448"/>
        </pc:sldMkLst>
      </pc:sldChg>
      <pc:sldChg chg="addSp modSp add del mod">
        <pc:chgData name="NUNNA LEEKHITH SRI KRISHNA-[BL.EN.U4AIE23060]" userId="4f2a6e44-6bf4-4d4a-ab81-df8c3a72ebf9" providerId="ADAL" clId="{4056677F-CB4D-4659-8800-44F0D00BECA8}" dt="2026-05-13T08:46:04.630" v="2971" actId="47"/>
        <pc:sldMkLst>
          <pc:docMk/>
          <pc:sldMk cId="419919585" sldId="449"/>
        </pc:sldMkLst>
      </pc:sldChg>
      <pc:sldChg chg="addSp modSp add del mod">
        <pc:chgData name="NUNNA LEEKHITH SRI KRISHNA-[BL.EN.U4AIE23060]" userId="4f2a6e44-6bf4-4d4a-ab81-df8c3a72ebf9" providerId="ADAL" clId="{4056677F-CB4D-4659-8800-44F0D00BECA8}" dt="2026-05-13T08:46:05.075" v="2972" actId="47"/>
        <pc:sldMkLst>
          <pc:docMk/>
          <pc:sldMk cId="2104514158" sldId="450"/>
        </pc:sldMkLst>
      </pc:sldChg>
      <pc:sldChg chg="addSp modSp add del mod">
        <pc:chgData name="NUNNA LEEKHITH SRI KRISHNA-[BL.EN.U4AIE23060]" userId="4f2a6e44-6bf4-4d4a-ab81-df8c3a72ebf9" providerId="ADAL" clId="{4056677F-CB4D-4659-8800-44F0D00BECA8}" dt="2026-05-13T08:46:05.605" v="2973" actId="47"/>
        <pc:sldMkLst>
          <pc:docMk/>
          <pc:sldMk cId="4227088096" sldId="451"/>
        </pc:sldMkLst>
      </pc:sldChg>
      <pc:sldChg chg="addSp modSp add del mod">
        <pc:chgData name="NUNNA LEEKHITH SRI KRISHNA-[BL.EN.U4AIE23060]" userId="4f2a6e44-6bf4-4d4a-ab81-df8c3a72ebf9" providerId="ADAL" clId="{4056677F-CB4D-4659-8800-44F0D00BECA8}" dt="2026-05-13T08:46:06.623" v="2974" actId="47"/>
        <pc:sldMkLst>
          <pc:docMk/>
          <pc:sldMk cId="3822319085" sldId="452"/>
        </pc:sldMkLst>
      </pc:sldChg>
      <pc:sldChg chg="addSp modSp add del mod">
        <pc:chgData name="NUNNA LEEKHITH SRI KRISHNA-[BL.EN.U4AIE23060]" userId="4f2a6e44-6bf4-4d4a-ab81-df8c3a72ebf9" providerId="ADAL" clId="{4056677F-CB4D-4659-8800-44F0D00BECA8}" dt="2026-05-13T08:46:07.218" v="2975" actId="47"/>
        <pc:sldMkLst>
          <pc:docMk/>
          <pc:sldMk cId="4254265721" sldId="453"/>
        </pc:sldMkLst>
      </pc:sldChg>
      <pc:sldChg chg="addSp modSp add del mod">
        <pc:chgData name="NUNNA LEEKHITH SRI KRISHNA-[BL.EN.U4AIE23060]" userId="4f2a6e44-6bf4-4d4a-ab81-df8c3a72ebf9" providerId="ADAL" clId="{4056677F-CB4D-4659-8800-44F0D00BECA8}" dt="2026-05-13T08:46:07.805" v="2976" actId="47"/>
        <pc:sldMkLst>
          <pc:docMk/>
          <pc:sldMk cId="1291526831" sldId="454"/>
        </pc:sldMkLst>
      </pc:sldChg>
      <pc:sldChg chg="addSp modSp add del mod">
        <pc:chgData name="NUNNA LEEKHITH SRI KRISHNA-[BL.EN.U4AIE23060]" userId="4f2a6e44-6bf4-4d4a-ab81-df8c3a72ebf9" providerId="ADAL" clId="{4056677F-CB4D-4659-8800-44F0D00BECA8}" dt="2026-05-13T08:46:08.344" v="2977" actId="47"/>
        <pc:sldMkLst>
          <pc:docMk/>
          <pc:sldMk cId="395240858" sldId="455"/>
        </pc:sldMkLst>
      </pc:sldChg>
      <pc:sldChg chg="addSp modSp add del mod">
        <pc:chgData name="NUNNA LEEKHITH SRI KRISHNA-[BL.EN.U4AIE23060]" userId="4f2a6e44-6bf4-4d4a-ab81-df8c3a72ebf9" providerId="ADAL" clId="{4056677F-CB4D-4659-8800-44F0D00BECA8}" dt="2026-05-13T08:46:08.853" v="2978" actId="47"/>
        <pc:sldMkLst>
          <pc:docMk/>
          <pc:sldMk cId="1483966356" sldId="456"/>
        </pc:sldMkLst>
      </pc:sldChg>
      <pc:sldChg chg="addSp modSp add del mod">
        <pc:chgData name="NUNNA LEEKHITH SRI KRISHNA-[BL.EN.U4AIE23060]" userId="4f2a6e44-6bf4-4d4a-ab81-df8c3a72ebf9" providerId="ADAL" clId="{4056677F-CB4D-4659-8800-44F0D00BECA8}" dt="2026-05-13T08:46:09.614" v="2979" actId="47"/>
        <pc:sldMkLst>
          <pc:docMk/>
          <pc:sldMk cId="3483216746" sldId="457"/>
        </pc:sldMkLst>
      </pc:sldChg>
      <pc:sldChg chg="addSp modSp add del mod">
        <pc:chgData name="NUNNA LEEKHITH SRI KRISHNA-[BL.EN.U4AIE23060]" userId="4f2a6e44-6bf4-4d4a-ab81-df8c3a72ebf9" providerId="ADAL" clId="{4056677F-CB4D-4659-8800-44F0D00BECA8}" dt="2026-05-13T08:46:13.172" v="2982" actId="47"/>
        <pc:sldMkLst>
          <pc:docMk/>
          <pc:sldMk cId="1262367135" sldId="458"/>
        </pc:sldMkLst>
      </pc:sldChg>
      <pc:sldChg chg="addSp delSp modSp new mod">
        <pc:chgData name="NUNNA LEEKHITH SRI KRISHNA-[BL.EN.U4AIE23060]" userId="4f2a6e44-6bf4-4d4a-ab81-df8c3a72ebf9" providerId="ADAL" clId="{4056677F-CB4D-4659-8800-44F0D00BECA8}" dt="2026-05-07T15:29:45.904" v="2910" actId="14100"/>
        <pc:sldMkLst>
          <pc:docMk/>
          <pc:sldMk cId="291607099" sldId="459"/>
        </pc:sldMkLst>
        <pc:spChg chg="mod">
          <ac:chgData name="NUNNA LEEKHITH SRI KRISHNA-[BL.EN.U4AIE23060]" userId="4f2a6e44-6bf4-4d4a-ab81-df8c3a72ebf9" providerId="ADAL" clId="{4056677F-CB4D-4659-8800-44F0D00BECA8}" dt="2026-05-07T09:39:42.199" v="2848" actId="1076"/>
          <ac:spMkLst>
            <pc:docMk/>
            <pc:sldMk cId="291607099" sldId="459"/>
            <ac:spMk id="2" creationId="{47AF528A-8FB0-A3CF-1865-40118F616AAA}"/>
          </ac:spMkLst>
        </pc:spChg>
        <pc:spChg chg="mod">
          <ac:chgData name="NUNNA LEEKHITH SRI KRISHNA-[BL.EN.U4AIE23060]" userId="4f2a6e44-6bf4-4d4a-ab81-df8c3a72ebf9" providerId="ADAL" clId="{4056677F-CB4D-4659-8800-44F0D00BECA8}" dt="2026-05-07T15:29:45.904" v="2910" actId="14100"/>
          <ac:spMkLst>
            <pc:docMk/>
            <pc:sldMk cId="291607099" sldId="459"/>
            <ac:spMk id="6" creationId="{BD0CD4BA-B295-7070-CB07-BA5DD15208F1}"/>
          </ac:spMkLst>
        </pc:spChg>
        <pc:spChg chg="add mod">
          <ac:chgData name="NUNNA LEEKHITH SRI KRISHNA-[BL.EN.U4AIE23060]" userId="4f2a6e44-6bf4-4d4a-ab81-df8c3a72ebf9" providerId="ADAL" clId="{4056677F-CB4D-4659-8800-44F0D00BECA8}" dt="2026-05-07T09:40:37.048" v="2867" actId="404"/>
          <ac:spMkLst>
            <pc:docMk/>
            <pc:sldMk cId="291607099" sldId="459"/>
            <ac:spMk id="12" creationId="{E6A1C442-55C0-5428-2F21-574439C1A056}"/>
          </ac:spMkLst>
        </pc:spChg>
      </pc:sldChg>
      <pc:sldChg chg="addSp delSp modSp new mod">
        <pc:chgData name="NUNNA LEEKHITH SRI KRISHNA-[BL.EN.U4AIE23060]" userId="4f2a6e44-6bf4-4d4a-ab81-df8c3a72ebf9" providerId="ADAL" clId="{4056677F-CB4D-4659-8800-44F0D00BECA8}" dt="2026-05-13T09:02:07.991" v="3004" actId="2710"/>
        <pc:sldMkLst>
          <pc:docMk/>
          <pc:sldMk cId="1789999910" sldId="460"/>
        </pc:sldMkLst>
        <pc:spChg chg="mod">
          <ac:chgData name="NUNNA LEEKHITH SRI KRISHNA-[BL.EN.U4AIE23060]" userId="4f2a6e44-6bf4-4d4a-ab81-df8c3a72ebf9" providerId="ADAL" clId="{4056677F-CB4D-4659-8800-44F0D00BECA8}" dt="2026-05-13T09:01:23.325" v="2985" actId="1076"/>
          <ac:spMkLst>
            <pc:docMk/>
            <pc:sldMk cId="1789999910" sldId="460"/>
            <ac:spMk id="2" creationId="{23BB9802-E583-E4BA-D0D8-64282D8F77B2}"/>
          </ac:spMkLst>
        </pc:spChg>
        <pc:spChg chg="del mod">
          <ac:chgData name="NUNNA LEEKHITH SRI KRISHNA-[BL.EN.U4AIE23060]" userId="4f2a6e44-6bf4-4d4a-ab81-df8c3a72ebf9" providerId="ADAL" clId="{4056677F-CB4D-4659-8800-44F0D00BECA8}" dt="2026-05-13T09:01:37.487" v="2988" actId="478"/>
          <ac:spMkLst>
            <pc:docMk/>
            <pc:sldMk cId="1789999910" sldId="460"/>
            <ac:spMk id="3" creationId="{DE4BA7F7-C1B8-3580-2059-E0D716DAB2F8}"/>
          </ac:spMkLst>
        </pc:spChg>
        <pc:spChg chg="add mod">
          <ac:chgData name="NUNNA LEEKHITH SRI KRISHNA-[BL.EN.U4AIE23060]" userId="4f2a6e44-6bf4-4d4a-ab81-df8c3a72ebf9" providerId="ADAL" clId="{4056677F-CB4D-4659-8800-44F0D00BECA8}" dt="2026-05-13T09:02:07.991" v="3004" actId="2710"/>
          <ac:spMkLst>
            <pc:docMk/>
            <pc:sldMk cId="1789999910" sldId="460"/>
            <ac:spMk id="8" creationId="{ACBBB036-F3B0-9701-7665-7993F7DEE484}"/>
          </ac:spMkLst>
        </pc:spChg>
      </pc:sldChg>
      <pc:sldChg chg="addSp delSp modSp new mod">
        <pc:chgData name="NUNNA LEEKHITH SRI KRISHNA-[BL.EN.U4AIE23060]" userId="4f2a6e44-6bf4-4d4a-ab81-df8c3a72ebf9" providerId="ADAL" clId="{4056677F-CB4D-4659-8800-44F0D00BECA8}" dt="2026-05-13T09:06:43.235" v="3016" actId="14100"/>
        <pc:sldMkLst>
          <pc:docMk/>
          <pc:sldMk cId="3255544373" sldId="461"/>
        </pc:sldMkLst>
        <pc:spChg chg="mod">
          <ac:chgData name="NUNNA LEEKHITH SRI KRISHNA-[BL.EN.U4AIE23060]" userId="4f2a6e44-6bf4-4d4a-ab81-df8c3a72ebf9" providerId="ADAL" clId="{4056677F-CB4D-4659-8800-44F0D00BECA8}" dt="2026-05-13T09:03:36.059" v="3009" actId="1076"/>
          <ac:spMkLst>
            <pc:docMk/>
            <pc:sldMk cId="3255544373" sldId="461"/>
            <ac:spMk id="2" creationId="{B576FBDC-7BCE-2E54-E032-82B78DAE890C}"/>
          </ac:spMkLst>
        </pc:spChg>
        <pc:spChg chg="del">
          <ac:chgData name="NUNNA LEEKHITH SRI KRISHNA-[BL.EN.U4AIE23060]" userId="4f2a6e44-6bf4-4d4a-ab81-df8c3a72ebf9" providerId="ADAL" clId="{4056677F-CB4D-4659-8800-44F0D00BECA8}" dt="2026-05-13T09:03:31" v="3008" actId="478"/>
          <ac:spMkLst>
            <pc:docMk/>
            <pc:sldMk cId="3255544373" sldId="461"/>
            <ac:spMk id="3" creationId="{1988CA55-2C5C-7EF7-B997-983363264A27}"/>
          </ac:spMkLst>
        </pc:spChg>
        <pc:picChg chg="add mod">
          <ac:chgData name="NUNNA LEEKHITH SRI KRISHNA-[BL.EN.U4AIE23060]" userId="4f2a6e44-6bf4-4d4a-ab81-df8c3a72ebf9" providerId="ADAL" clId="{4056677F-CB4D-4659-8800-44F0D00BECA8}" dt="2026-05-13T09:06:43.235" v="3016" actId="14100"/>
          <ac:picMkLst>
            <pc:docMk/>
            <pc:sldMk cId="3255544373" sldId="461"/>
            <ac:picMk id="8" creationId="{A9D673BA-E245-7C26-6947-EDC7D0FAC8C8}"/>
          </ac:picMkLst>
        </pc:picChg>
      </pc:sldChg>
      <pc:sldChg chg="addSp delSp modSp new mod">
        <pc:chgData name="NUNNA LEEKHITH SRI KRISHNA-[BL.EN.U4AIE23060]" userId="4f2a6e44-6bf4-4d4a-ab81-df8c3a72ebf9" providerId="ADAL" clId="{4056677F-CB4D-4659-8800-44F0D00BECA8}" dt="2026-05-13T09:18:17.087" v="3119" actId="1076"/>
        <pc:sldMkLst>
          <pc:docMk/>
          <pc:sldMk cId="3983932750" sldId="462"/>
        </pc:sldMkLst>
        <pc:spChg chg="mod">
          <ac:chgData name="NUNNA LEEKHITH SRI KRISHNA-[BL.EN.U4AIE23060]" userId="4f2a6e44-6bf4-4d4a-ab81-df8c3a72ebf9" providerId="ADAL" clId="{4056677F-CB4D-4659-8800-44F0D00BECA8}" dt="2026-05-13T09:07:55.075" v="3019" actId="1076"/>
          <ac:spMkLst>
            <pc:docMk/>
            <pc:sldMk cId="3983932750" sldId="462"/>
            <ac:spMk id="2" creationId="{3693FA41-F6D4-4919-4DDC-336D1CEF69DE}"/>
          </ac:spMkLst>
        </pc:spChg>
        <pc:spChg chg="del">
          <ac:chgData name="NUNNA LEEKHITH SRI KRISHNA-[BL.EN.U4AIE23060]" userId="4f2a6e44-6bf4-4d4a-ab81-df8c3a72ebf9" providerId="ADAL" clId="{4056677F-CB4D-4659-8800-44F0D00BECA8}" dt="2026-05-13T09:07:59.576" v="3020" actId="478"/>
          <ac:spMkLst>
            <pc:docMk/>
            <pc:sldMk cId="3983932750" sldId="462"/>
            <ac:spMk id="3" creationId="{3A8CBB7F-230D-EC94-5AD4-007A686A2DA3}"/>
          </ac:spMkLst>
        </pc:spChg>
        <pc:spChg chg="add mod">
          <ac:chgData name="NUNNA LEEKHITH SRI KRISHNA-[BL.EN.U4AIE23060]" userId="4f2a6e44-6bf4-4d4a-ab81-df8c3a72ebf9" providerId="ADAL" clId="{4056677F-CB4D-4659-8800-44F0D00BECA8}" dt="2026-05-13T09:15:15.757" v="3084" actId="1076"/>
          <ac:spMkLst>
            <pc:docMk/>
            <pc:sldMk cId="3983932750" sldId="462"/>
            <ac:spMk id="8" creationId="{65F6C293-B39B-1D02-EA1A-263CD508332A}"/>
          </ac:spMkLst>
        </pc:spChg>
        <pc:spChg chg="add mod">
          <ac:chgData name="NUNNA LEEKHITH SRI KRISHNA-[BL.EN.U4AIE23060]" userId="4f2a6e44-6bf4-4d4a-ab81-df8c3a72ebf9" providerId="ADAL" clId="{4056677F-CB4D-4659-8800-44F0D00BECA8}" dt="2026-05-13T09:15:52.054" v="3090" actId="1076"/>
          <ac:spMkLst>
            <pc:docMk/>
            <pc:sldMk cId="3983932750" sldId="462"/>
            <ac:spMk id="11" creationId="{7B7F376D-F31D-F285-B2A6-6F290F917E37}"/>
          </ac:spMkLst>
        </pc:spChg>
        <pc:spChg chg="add mod">
          <ac:chgData name="NUNNA LEEKHITH SRI KRISHNA-[BL.EN.U4AIE23060]" userId="4f2a6e44-6bf4-4d4a-ab81-df8c3a72ebf9" providerId="ADAL" clId="{4056677F-CB4D-4659-8800-44F0D00BECA8}" dt="2026-05-13T09:17:52.181" v="3114" actId="1076"/>
          <ac:spMkLst>
            <pc:docMk/>
            <pc:sldMk cId="3983932750" sldId="462"/>
            <ac:spMk id="13" creationId="{BEBB0050-ED81-09F4-3E07-44ABA7632ED0}"/>
          </ac:spMkLst>
        </pc:spChg>
        <pc:spChg chg="add mod">
          <ac:chgData name="NUNNA LEEKHITH SRI KRISHNA-[BL.EN.U4AIE23060]" userId="4f2a6e44-6bf4-4d4a-ab81-df8c3a72ebf9" providerId="ADAL" clId="{4056677F-CB4D-4659-8800-44F0D00BECA8}" dt="2026-05-13T09:18:12.501" v="3117" actId="1076"/>
          <ac:spMkLst>
            <pc:docMk/>
            <pc:sldMk cId="3983932750" sldId="462"/>
            <ac:spMk id="15" creationId="{6EE08E31-D65E-244E-049E-7DB1C64563A8}"/>
          </ac:spMkLst>
        </pc:spChg>
        <pc:graphicFrameChg chg="add mod modGraphic">
          <ac:chgData name="NUNNA LEEKHITH SRI KRISHNA-[BL.EN.U4AIE23060]" userId="4f2a6e44-6bf4-4d4a-ab81-df8c3a72ebf9" providerId="ADAL" clId="{4056677F-CB4D-4659-8800-44F0D00BECA8}" dt="2026-05-13T09:18:17.087" v="3119" actId="1076"/>
          <ac:graphicFrameMkLst>
            <pc:docMk/>
            <pc:sldMk cId="3983932750" sldId="462"/>
            <ac:graphicFrameMk id="9" creationId="{53C2F07B-BF4D-ECC5-00F9-3E89F870F424}"/>
          </ac:graphicFrameMkLst>
        </pc:graphicFrameChg>
        <pc:graphicFrameChg chg="add mod modGraphic">
          <ac:chgData name="NUNNA LEEKHITH SRI KRISHNA-[BL.EN.U4AIE23060]" userId="4f2a6e44-6bf4-4d4a-ab81-df8c3a72ebf9" providerId="ADAL" clId="{4056677F-CB4D-4659-8800-44F0D00BECA8}" dt="2026-05-13T09:17:27.225" v="3109" actId="1076"/>
          <ac:graphicFrameMkLst>
            <pc:docMk/>
            <pc:sldMk cId="3983932750" sldId="462"/>
            <ac:graphicFrameMk id="16" creationId="{71280157-44BA-3D5E-13B2-D4C4F8849AA1}"/>
          </ac:graphicFrameMkLst>
        </pc:graphicFrameChg>
      </pc:sldChg>
      <pc:sldChg chg="addSp delSp modSp new mod">
        <pc:chgData name="NUNNA LEEKHITH SRI KRISHNA-[BL.EN.U4AIE23060]" userId="4f2a6e44-6bf4-4d4a-ab81-df8c3a72ebf9" providerId="ADAL" clId="{4056677F-CB4D-4659-8800-44F0D00BECA8}" dt="2026-05-13T09:38:11.019" v="3198" actId="207"/>
        <pc:sldMkLst>
          <pc:docMk/>
          <pc:sldMk cId="2892217507" sldId="463"/>
        </pc:sldMkLst>
        <pc:spChg chg="mod">
          <ac:chgData name="NUNNA LEEKHITH SRI KRISHNA-[BL.EN.U4AIE23060]" userId="4f2a6e44-6bf4-4d4a-ab81-df8c3a72ebf9" providerId="ADAL" clId="{4056677F-CB4D-4659-8800-44F0D00BECA8}" dt="2026-05-13T09:20:41.865" v="3122" actId="1076"/>
          <ac:spMkLst>
            <pc:docMk/>
            <pc:sldMk cId="2892217507" sldId="463"/>
            <ac:spMk id="2" creationId="{BB9D3C3D-B64C-ECBD-A1CB-8299AE71FB8D}"/>
          </ac:spMkLst>
        </pc:spChg>
        <pc:spChg chg="del">
          <ac:chgData name="NUNNA LEEKHITH SRI KRISHNA-[BL.EN.U4AIE23060]" userId="4f2a6e44-6bf4-4d4a-ab81-df8c3a72ebf9" providerId="ADAL" clId="{4056677F-CB4D-4659-8800-44F0D00BECA8}" dt="2026-05-13T09:20:55.132" v="3123" actId="478"/>
          <ac:spMkLst>
            <pc:docMk/>
            <pc:sldMk cId="2892217507" sldId="463"/>
            <ac:spMk id="3" creationId="{2AE7109A-C2FD-1180-9726-945CC0834D3E}"/>
          </ac:spMkLst>
        </pc:spChg>
        <pc:spChg chg="add mod">
          <ac:chgData name="NUNNA LEEKHITH SRI KRISHNA-[BL.EN.U4AIE23060]" userId="4f2a6e44-6bf4-4d4a-ab81-df8c3a72ebf9" providerId="ADAL" clId="{4056677F-CB4D-4659-8800-44F0D00BECA8}" dt="2026-05-13T09:21:17.793" v="3130" actId="14100"/>
          <ac:spMkLst>
            <pc:docMk/>
            <pc:sldMk cId="2892217507" sldId="463"/>
            <ac:spMk id="8" creationId="{FB6168C1-FF1E-ACB6-C270-2B3515432C20}"/>
          </ac:spMkLst>
        </pc:spChg>
        <pc:spChg chg="add mod">
          <ac:chgData name="NUNNA LEEKHITH SRI KRISHNA-[BL.EN.U4AIE23060]" userId="4f2a6e44-6bf4-4d4a-ab81-df8c3a72ebf9" providerId="ADAL" clId="{4056677F-CB4D-4659-8800-44F0D00BECA8}" dt="2026-05-13T09:23:31.077" v="3162" actId="113"/>
          <ac:spMkLst>
            <pc:docMk/>
            <pc:sldMk cId="2892217507" sldId="463"/>
            <ac:spMk id="10" creationId="{397C5326-A403-46B5-4706-79FAE09F49BD}"/>
          </ac:spMkLst>
        </pc:spChg>
        <pc:spChg chg="add mod">
          <ac:chgData name="NUNNA LEEKHITH SRI KRISHNA-[BL.EN.U4AIE23060]" userId="4f2a6e44-6bf4-4d4a-ab81-df8c3a72ebf9" providerId="ADAL" clId="{4056677F-CB4D-4659-8800-44F0D00BECA8}" dt="2026-05-13T09:23:33.920" v="3163" actId="113"/>
          <ac:spMkLst>
            <pc:docMk/>
            <pc:sldMk cId="2892217507" sldId="463"/>
            <ac:spMk id="13" creationId="{60F26B83-1307-D716-5135-2BE89E7F1D30}"/>
          </ac:spMkLst>
        </pc:spChg>
        <pc:spChg chg="add mod">
          <ac:chgData name="NUNNA LEEKHITH SRI KRISHNA-[BL.EN.U4AIE23060]" userId="4f2a6e44-6bf4-4d4a-ab81-df8c3a72ebf9" providerId="ADAL" clId="{4056677F-CB4D-4659-8800-44F0D00BECA8}" dt="2026-05-13T09:38:11.019" v="3198" actId="207"/>
          <ac:spMkLst>
            <pc:docMk/>
            <pc:sldMk cId="2892217507" sldId="463"/>
            <ac:spMk id="16" creationId="{2381DEC9-9608-3F46-D06B-2B4BCE261A38}"/>
          </ac:spMkLst>
        </pc:spChg>
        <pc:graphicFrameChg chg="add mod modGraphic">
          <ac:chgData name="NUNNA LEEKHITH SRI KRISHNA-[BL.EN.U4AIE23060]" userId="4f2a6e44-6bf4-4d4a-ab81-df8c3a72ebf9" providerId="ADAL" clId="{4056677F-CB4D-4659-8800-44F0D00BECA8}" dt="2026-05-13T09:22:53.644" v="3153" actId="1076"/>
          <ac:graphicFrameMkLst>
            <pc:docMk/>
            <pc:sldMk cId="2892217507" sldId="463"/>
            <ac:graphicFrameMk id="11" creationId="{5E1AE4A8-9FEF-1E38-8829-F37109D8F924}"/>
          </ac:graphicFrameMkLst>
        </pc:graphicFrameChg>
        <pc:graphicFrameChg chg="add mod modGraphic">
          <ac:chgData name="NUNNA LEEKHITH SRI KRISHNA-[BL.EN.U4AIE23060]" userId="4f2a6e44-6bf4-4d4a-ab81-df8c3a72ebf9" providerId="ADAL" clId="{4056677F-CB4D-4659-8800-44F0D00BECA8}" dt="2026-05-13T09:24:14.484" v="3174" actId="1076"/>
          <ac:graphicFrameMkLst>
            <pc:docMk/>
            <pc:sldMk cId="2892217507" sldId="463"/>
            <ac:graphicFrameMk id="14" creationId="{D1A8F64D-6585-5EE6-2483-D4DA9BCF47E8}"/>
          </ac:graphicFrameMkLst>
        </pc:graphicFrameChg>
      </pc:sldChg>
      <pc:sldChg chg="addSp delSp modSp add del mod">
        <pc:chgData name="NUNNA LEEKHITH SRI KRISHNA-[BL.EN.U4AIE23060]" userId="4f2a6e44-6bf4-4d4a-ab81-df8c3a72ebf9" providerId="ADAL" clId="{4056677F-CB4D-4659-8800-44F0D00BECA8}" dt="2026-05-13T10:05:14.270" v="3400" actId="47"/>
        <pc:sldMkLst>
          <pc:docMk/>
          <pc:sldMk cId="4215764088" sldId="464"/>
        </pc:sldMkLst>
        <pc:spChg chg="del">
          <ac:chgData name="NUNNA LEEKHITH SRI KRISHNA-[BL.EN.U4AIE23060]" userId="4f2a6e44-6bf4-4d4a-ab81-df8c3a72ebf9" providerId="ADAL" clId="{4056677F-CB4D-4659-8800-44F0D00BECA8}" dt="2026-05-13T09:41:00.719" v="3202" actId="478"/>
          <ac:spMkLst>
            <pc:docMk/>
            <pc:sldMk cId="4215764088" sldId="464"/>
            <ac:spMk id="8" creationId="{055834A9-8409-CA09-85B0-7CEFBB0610F5}"/>
          </ac:spMkLst>
        </pc:spChg>
        <pc:spChg chg="del mod">
          <ac:chgData name="NUNNA LEEKHITH SRI KRISHNA-[BL.EN.U4AIE23060]" userId="4f2a6e44-6bf4-4d4a-ab81-df8c3a72ebf9" providerId="ADAL" clId="{4056677F-CB4D-4659-8800-44F0D00BECA8}" dt="2026-05-13T09:41:02.369" v="3204" actId="478"/>
          <ac:spMkLst>
            <pc:docMk/>
            <pc:sldMk cId="4215764088" sldId="464"/>
            <ac:spMk id="10" creationId="{EA50313C-7247-F229-2AA6-AE40F52FDC8B}"/>
          </ac:spMkLst>
        </pc:spChg>
        <pc:spChg chg="del">
          <ac:chgData name="NUNNA LEEKHITH SRI KRISHNA-[BL.EN.U4AIE23060]" userId="4f2a6e44-6bf4-4d4a-ab81-df8c3a72ebf9" providerId="ADAL" clId="{4056677F-CB4D-4659-8800-44F0D00BECA8}" dt="2026-05-13T09:40:58.485" v="3201" actId="478"/>
          <ac:spMkLst>
            <pc:docMk/>
            <pc:sldMk cId="4215764088" sldId="464"/>
            <ac:spMk id="13" creationId="{49110FF2-8203-E199-526F-C05B345BE313}"/>
          </ac:spMkLst>
        </pc:spChg>
        <pc:spChg chg="del">
          <ac:chgData name="NUNNA LEEKHITH SRI KRISHNA-[BL.EN.U4AIE23060]" userId="4f2a6e44-6bf4-4d4a-ab81-df8c3a72ebf9" providerId="ADAL" clId="{4056677F-CB4D-4659-8800-44F0D00BECA8}" dt="2026-05-13T09:40:58.485" v="3201" actId="478"/>
          <ac:spMkLst>
            <pc:docMk/>
            <pc:sldMk cId="4215764088" sldId="464"/>
            <ac:spMk id="16" creationId="{DC47C85A-218F-73D3-8BB4-2BB2FAC13FA1}"/>
          </ac:spMkLst>
        </pc:spChg>
        <pc:graphicFrameChg chg="del">
          <ac:chgData name="NUNNA LEEKHITH SRI KRISHNA-[BL.EN.U4AIE23060]" userId="4f2a6e44-6bf4-4d4a-ab81-df8c3a72ebf9" providerId="ADAL" clId="{4056677F-CB4D-4659-8800-44F0D00BECA8}" dt="2026-05-13T09:40:54.961" v="3200" actId="478"/>
          <ac:graphicFrameMkLst>
            <pc:docMk/>
            <pc:sldMk cId="4215764088" sldId="464"/>
            <ac:graphicFrameMk id="11" creationId="{43FFB019-391C-A5AB-B343-EF077F0E61BE}"/>
          </ac:graphicFrameMkLst>
        </pc:graphicFrameChg>
        <pc:graphicFrameChg chg="del">
          <ac:chgData name="NUNNA LEEKHITH SRI KRISHNA-[BL.EN.U4AIE23060]" userId="4f2a6e44-6bf4-4d4a-ab81-df8c3a72ebf9" providerId="ADAL" clId="{4056677F-CB4D-4659-8800-44F0D00BECA8}" dt="2026-05-13T09:40:58.485" v="3201" actId="478"/>
          <ac:graphicFrameMkLst>
            <pc:docMk/>
            <pc:sldMk cId="4215764088" sldId="464"/>
            <ac:graphicFrameMk id="14" creationId="{97FDA937-512F-2BF5-100A-53141D845206}"/>
          </ac:graphicFrameMkLst>
        </pc:graphicFrameChg>
        <pc:picChg chg="add mod">
          <ac:chgData name="NUNNA LEEKHITH SRI KRISHNA-[BL.EN.U4AIE23060]" userId="4f2a6e44-6bf4-4d4a-ab81-df8c3a72ebf9" providerId="ADAL" clId="{4056677F-CB4D-4659-8800-44F0D00BECA8}" dt="2026-05-13T09:41:39.503" v="3209" actId="14100"/>
          <ac:picMkLst>
            <pc:docMk/>
            <pc:sldMk cId="4215764088" sldId="464"/>
            <ac:picMk id="7" creationId="{5E61B88F-211D-5EA9-6367-B822027E3E98}"/>
          </ac:picMkLst>
        </pc:picChg>
      </pc:sldChg>
      <pc:sldChg chg="addSp delSp modSp new mod">
        <pc:chgData name="NUNNA LEEKHITH SRI KRISHNA-[BL.EN.U4AIE23060]" userId="4f2a6e44-6bf4-4d4a-ab81-df8c3a72ebf9" providerId="ADAL" clId="{4056677F-CB4D-4659-8800-44F0D00BECA8}" dt="2026-05-13T09:45:20.910" v="3256" actId="14100"/>
        <pc:sldMkLst>
          <pc:docMk/>
          <pc:sldMk cId="2076794184" sldId="465"/>
        </pc:sldMkLst>
        <pc:spChg chg="mod">
          <ac:chgData name="NUNNA LEEKHITH SRI KRISHNA-[BL.EN.U4AIE23060]" userId="4f2a6e44-6bf4-4d4a-ab81-df8c3a72ebf9" providerId="ADAL" clId="{4056677F-CB4D-4659-8800-44F0D00BECA8}" dt="2026-05-13T09:42:07.914" v="3212" actId="1076"/>
          <ac:spMkLst>
            <pc:docMk/>
            <pc:sldMk cId="2076794184" sldId="465"/>
            <ac:spMk id="2" creationId="{702ABA98-D4C7-DBF9-36B2-F783B5F36F63}"/>
          </ac:spMkLst>
        </pc:spChg>
        <pc:spChg chg="del">
          <ac:chgData name="NUNNA LEEKHITH SRI KRISHNA-[BL.EN.U4AIE23060]" userId="4f2a6e44-6bf4-4d4a-ab81-df8c3a72ebf9" providerId="ADAL" clId="{4056677F-CB4D-4659-8800-44F0D00BECA8}" dt="2026-05-13T09:42:09.546" v="3213" actId="478"/>
          <ac:spMkLst>
            <pc:docMk/>
            <pc:sldMk cId="2076794184" sldId="465"/>
            <ac:spMk id="3" creationId="{1FCCA575-BDE1-2D25-ED1E-75670582F7F6}"/>
          </ac:spMkLst>
        </pc:spChg>
        <pc:spChg chg="add mod">
          <ac:chgData name="NUNNA LEEKHITH SRI KRISHNA-[BL.EN.U4AIE23060]" userId="4f2a6e44-6bf4-4d4a-ab81-df8c3a72ebf9" providerId="ADAL" clId="{4056677F-CB4D-4659-8800-44F0D00BECA8}" dt="2026-05-13T09:44:26.658" v="3244" actId="14100"/>
          <ac:spMkLst>
            <pc:docMk/>
            <pc:sldMk cId="2076794184" sldId="465"/>
            <ac:spMk id="8" creationId="{34715E15-C3B6-963D-0ED0-BA6C14FC0280}"/>
          </ac:spMkLst>
        </pc:spChg>
        <pc:picChg chg="add mod">
          <ac:chgData name="NUNNA LEEKHITH SRI KRISHNA-[BL.EN.U4AIE23060]" userId="4f2a6e44-6bf4-4d4a-ab81-df8c3a72ebf9" providerId="ADAL" clId="{4056677F-CB4D-4659-8800-44F0D00BECA8}" dt="2026-05-13T09:45:00.062" v="3248" actId="1076"/>
          <ac:picMkLst>
            <pc:docMk/>
            <pc:sldMk cId="2076794184" sldId="465"/>
            <ac:picMk id="10" creationId="{1266436D-ECB9-6DD2-5DC9-7B0D33D98021}"/>
          </ac:picMkLst>
        </pc:picChg>
        <pc:picChg chg="add mod">
          <ac:chgData name="NUNNA LEEKHITH SRI KRISHNA-[BL.EN.U4AIE23060]" userId="4f2a6e44-6bf4-4d4a-ab81-df8c3a72ebf9" providerId="ADAL" clId="{4056677F-CB4D-4659-8800-44F0D00BECA8}" dt="2026-05-13T09:45:20.910" v="3256" actId="14100"/>
          <ac:picMkLst>
            <pc:docMk/>
            <pc:sldMk cId="2076794184" sldId="465"/>
            <ac:picMk id="12" creationId="{93D17E80-4CA0-4155-91F0-4B7385021DCF}"/>
          </ac:picMkLst>
        </pc:picChg>
      </pc:sldChg>
      <pc:sldChg chg="addSp delSp modSp new mod">
        <pc:chgData name="NUNNA LEEKHITH SRI KRISHNA-[BL.EN.U4AIE23060]" userId="4f2a6e44-6bf4-4d4a-ab81-df8c3a72ebf9" providerId="ADAL" clId="{4056677F-CB4D-4659-8800-44F0D00BECA8}" dt="2026-05-13T09:51:59.139" v="3307" actId="14100"/>
        <pc:sldMkLst>
          <pc:docMk/>
          <pc:sldMk cId="2827325708" sldId="466"/>
        </pc:sldMkLst>
        <pc:spChg chg="mod">
          <ac:chgData name="NUNNA LEEKHITH SRI KRISHNA-[BL.EN.U4AIE23060]" userId="4f2a6e44-6bf4-4d4a-ab81-df8c3a72ebf9" providerId="ADAL" clId="{4056677F-CB4D-4659-8800-44F0D00BECA8}" dt="2026-05-13T09:48:01.501" v="3259" actId="1076"/>
          <ac:spMkLst>
            <pc:docMk/>
            <pc:sldMk cId="2827325708" sldId="466"/>
            <ac:spMk id="2" creationId="{CE5665F0-D64E-B23A-02B4-044568E1EE8B}"/>
          </ac:spMkLst>
        </pc:spChg>
        <pc:spChg chg="del">
          <ac:chgData name="NUNNA LEEKHITH SRI KRISHNA-[BL.EN.U4AIE23060]" userId="4f2a6e44-6bf4-4d4a-ab81-df8c3a72ebf9" providerId="ADAL" clId="{4056677F-CB4D-4659-8800-44F0D00BECA8}" dt="2026-05-13T09:48:03.656" v="3260" actId="478"/>
          <ac:spMkLst>
            <pc:docMk/>
            <pc:sldMk cId="2827325708" sldId="466"/>
            <ac:spMk id="3" creationId="{732136C4-72B2-755C-2ABA-65AFA05F4D83}"/>
          </ac:spMkLst>
        </pc:spChg>
        <pc:spChg chg="add mod">
          <ac:chgData name="NUNNA LEEKHITH SRI KRISHNA-[BL.EN.U4AIE23060]" userId="4f2a6e44-6bf4-4d4a-ab81-df8c3a72ebf9" providerId="ADAL" clId="{4056677F-CB4D-4659-8800-44F0D00BECA8}" dt="2026-05-13T09:51:59.139" v="3307" actId="14100"/>
          <ac:spMkLst>
            <pc:docMk/>
            <pc:sldMk cId="2827325708" sldId="466"/>
            <ac:spMk id="8" creationId="{29AA28C1-5629-041A-F12D-3503BBEFE149}"/>
          </ac:spMkLst>
        </pc:spChg>
        <pc:spChg chg="add del mod">
          <ac:chgData name="NUNNA LEEKHITH SRI KRISHNA-[BL.EN.U4AIE23060]" userId="4f2a6e44-6bf4-4d4a-ab81-df8c3a72ebf9" providerId="ADAL" clId="{4056677F-CB4D-4659-8800-44F0D00BECA8}" dt="2026-05-13T09:51:12.204" v="3294" actId="478"/>
          <ac:spMkLst>
            <pc:docMk/>
            <pc:sldMk cId="2827325708" sldId="466"/>
            <ac:spMk id="11" creationId="{81AD1CE9-9654-F17B-FE36-94656139B161}"/>
          </ac:spMkLst>
        </pc:spChg>
        <pc:spChg chg="add mod">
          <ac:chgData name="NUNNA LEEKHITH SRI KRISHNA-[BL.EN.U4AIE23060]" userId="4f2a6e44-6bf4-4d4a-ab81-df8c3a72ebf9" providerId="ADAL" clId="{4056677F-CB4D-4659-8800-44F0D00BECA8}" dt="2026-05-13T09:51:38.510" v="3305" actId="1076"/>
          <ac:spMkLst>
            <pc:docMk/>
            <pc:sldMk cId="2827325708" sldId="466"/>
            <ac:spMk id="13" creationId="{301BDE83-66A1-34FA-CFA6-62069C107A8F}"/>
          </ac:spMkLst>
        </pc:spChg>
        <pc:graphicFrameChg chg="add mod modGraphic">
          <ac:chgData name="NUNNA LEEKHITH SRI KRISHNA-[BL.EN.U4AIE23060]" userId="4f2a6e44-6bf4-4d4a-ab81-df8c3a72ebf9" providerId="ADAL" clId="{4056677F-CB4D-4659-8800-44F0D00BECA8}" dt="2026-05-13T09:50:31.972" v="3289" actId="1076"/>
          <ac:graphicFrameMkLst>
            <pc:docMk/>
            <pc:sldMk cId="2827325708" sldId="466"/>
            <ac:graphicFrameMk id="9" creationId="{74C2C3B7-5426-81D0-B963-D8A554D807C3}"/>
          </ac:graphicFrameMkLst>
        </pc:graphicFrameChg>
      </pc:sldChg>
      <pc:sldChg chg="addSp delSp modSp new mod">
        <pc:chgData name="NUNNA LEEKHITH SRI KRISHNA-[BL.EN.U4AIE23060]" userId="4f2a6e44-6bf4-4d4a-ab81-df8c3a72ebf9" providerId="ADAL" clId="{4056677F-CB4D-4659-8800-44F0D00BECA8}" dt="2026-05-13T17:30:54.287" v="3767" actId="1076"/>
        <pc:sldMkLst>
          <pc:docMk/>
          <pc:sldMk cId="729491828" sldId="467"/>
        </pc:sldMkLst>
        <pc:spChg chg="mod">
          <ac:chgData name="NUNNA LEEKHITH SRI KRISHNA-[BL.EN.U4AIE23060]" userId="4f2a6e44-6bf4-4d4a-ab81-df8c3a72ebf9" providerId="ADAL" clId="{4056677F-CB4D-4659-8800-44F0D00BECA8}" dt="2026-05-13T09:53:28.285" v="3322" actId="14100"/>
          <ac:spMkLst>
            <pc:docMk/>
            <pc:sldMk cId="729491828" sldId="467"/>
            <ac:spMk id="2" creationId="{C1B342CD-C4D3-DCC7-64C6-1AE131AE52BA}"/>
          </ac:spMkLst>
        </pc:spChg>
        <pc:spChg chg="del">
          <ac:chgData name="NUNNA LEEKHITH SRI KRISHNA-[BL.EN.U4AIE23060]" userId="4f2a6e44-6bf4-4d4a-ab81-df8c3a72ebf9" providerId="ADAL" clId="{4056677F-CB4D-4659-8800-44F0D00BECA8}" dt="2026-05-13T09:52:36.628" v="3309" actId="478"/>
          <ac:spMkLst>
            <pc:docMk/>
            <pc:sldMk cId="729491828" sldId="467"/>
            <ac:spMk id="3" creationId="{E48E7F4C-488B-04D4-F534-FCBCF668BBBD}"/>
          </ac:spMkLst>
        </pc:spChg>
        <pc:spChg chg="add del">
          <ac:chgData name="NUNNA LEEKHITH SRI KRISHNA-[BL.EN.U4AIE23060]" userId="4f2a6e44-6bf4-4d4a-ab81-df8c3a72ebf9" providerId="ADAL" clId="{4056677F-CB4D-4659-8800-44F0D00BECA8}" dt="2026-05-13T09:52:39.747" v="3312" actId="22"/>
          <ac:spMkLst>
            <pc:docMk/>
            <pc:sldMk cId="729491828" sldId="467"/>
            <ac:spMk id="8" creationId="{FAE1DBEE-BD66-9BEF-0B77-30FD506EC973}"/>
          </ac:spMkLst>
        </pc:spChg>
        <pc:spChg chg="add mod">
          <ac:chgData name="NUNNA LEEKHITH SRI KRISHNA-[BL.EN.U4AIE23060]" userId="4f2a6e44-6bf4-4d4a-ab81-df8c3a72ebf9" providerId="ADAL" clId="{4056677F-CB4D-4659-8800-44F0D00BECA8}" dt="2026-05-13T09:56:23.866" v="3334" actId="207"/>
          <ac:spMkLst>
            <pc:docMk/>
            <pc:sldMk cId="729491828" sldId="467"/>
            <ac:spMk id="12" creationId="{AA118A01-3229-8F9C-22C4-DA5AFA0176EB}"/>
          </ac:spMkLst>
        </pc:spChg>
        <pc:spChg chg="add mod">
          <ac:chgData name="NUNNA LEEKHITH SRI KRISHNA-[BL.EN.U4AIE23060]" userId="4f2a6e44-6bf4-4d4a-ab81-df8c3a72ebf9" providerId="ADAL" clId="{4056677F-CB4D-4659-8800-44F0D00BECA8}" dt="2026-05-13T09:58:39.060" v="3370" actId="1076"/>
          <ac:spMkLst>
            <pc:docMk/>
            <pc:sldMk cId="729491828" sldId="467"/>
            <ac:spMk id="14" creationId="{FC19282B-C6FA-6E09-DF6D-F361B6087A3C}"/>
          </ac:spMkLst>
        </pc:spChg>
        <pc:picChg chg="add mod">
          <ac:chgData name="NUNNA LEEKHITH SRI KRISHNA-[BL.EN.U4AIE23060]" userId="4f2a6e44-6bf4-4d4a-ab81-df8c3a72ebf9" providerId="ADAL" clId="{4056677F-CB4D-4659-8800-44F0D00BECA8}" dt="2026-05-13T17:30:54.287" v="3767" actId="1076"/>
          <ac:picMkLst>
            <pc:docMk/>
            <pc:sldMk cId="729491828" sldId="467"/>
            <ac:picMk id="10" creationId="{1BCF668F-3F45-F30C-8698-59FD040856BA}"/>
          </ac:picMkLst>
        </pc:picChg>
      </pc:sldChg>
      <pc:sldChg chg="addSp delSp modSp add mod">
        <pc:chgData name="NUNNA LEEKHITH SRI KRISHNA-[BL.EN.U4AIE23060]" userId="4f2a6e44-6bf4-4d4a-ab81-df8c3a72ebf9" providerId="ADAL" clId="{4056677F-CB4D-4659-8800-44F0D00BECA8}" dt="2026-05-13T17:30:46.516" v="3764" actId="1076"/>
        <pc:sldMkLst>
          <pc:docMk/>
          <pc:sldMk cId="1705712122" sldId="468"/>
        </pc:sldMkLst>
        <pc:spChg chg="del">
          <ac:chgData name="NUNNA LEEKHITH SRI KRISHNA-[BL.EN.U4AIE23060]" userId="4f2a6e44-6bf4-4d4a-ab81-df8c3a72ebf9" providerId="ADAL" clId="{4056677F-CB4D-4659-8800-44F0D00BECA8}" dt="2026-05-13T09:58:56.600" v="3373" actId="478"/>
          <ac:spMkLst>
            <pc:docMk/>
            <pc:sldMk cId="1705712122" sldId="468"/>
            <ac:spMk id="12" creationId="{31C2A630-6893-2EA9-37E8-AF2043595C0A}"/>
          </ac:spMkLst>
        </pc:spChg>
        <pc:spChg chg="del">
          <ac:chgData name="NUNNA LEEKHITH SRI KRISHNA-[BL.EN.U4AIE23060]" userId="4f2a6e44-6bf4-4d4a-ab81-df8c3a72ebf9" providerId="ADAL" clId="{4056677F-CB4D-4659-8800-44F0D00BECA8}" dt="2026-05-13T09:58:54.684" v="3372" actId="478"/>
          <ac:spMkLst>
            <pc:docMk/>
            <pc:sldMk cId="1705712122" sldId="468"/>
            <ac:spMk id="14" creationId="{F1656CFE-F04B-F643-8131-5A722B8454C1}"/>
          </ac:spMkLst>
        </pc:spChg>
        <pc:graphicFrameChg chg="add mod modGraphic">
          <ac:chgData name="NUNNA LEEKHITH SRI KRISHNA-[BL.EN.U4AIE23060]" userId="4f2a6e44-6bf4-4d4a-ab81-df8c3a72ebf9" providerId="ADAL" clId="{4056677F-CB4D-4659-8800-44F0D00BECA8}" dt="2026-05-13T10:03:26.315" v="3392" actId="14734"/>
          <ac:graphicFrameMkLst>
            <pc:docMk/>
            <pc:sldMk cId="1705712122" sldId="468"/>
            <ac:graphicFrameMk id="3" creationId="{DC7E9DD9-7231-BDBA-D35E-066D9441B67C}"/>
          </ac:graphicFrameMkLst>
        </pc:graphicFrameChg>
        <pc:picChg chg="add mod">
          <ac:chgData name="NUNNA LEEKHITH SRI KRISHNA-[BL.EN.U4AIE23060]" userId="4f2a6e44-6bf4-4d4a-ab81-df8c3a72ebf9" providerId="ADAL" clId="{4056677F-CB4D-4659-8800-44F0D00BECA8}" dt="2026-05-13T10:03:32.099" v="3395" actId="14100"/>
          <ac:picMkLst>
            <pc:docMk/>
            <pc:sldMk cId="1705712122" sldId="468"/>
            <ac:picMk id="8" creationId="{789DF3DE-D28C-AF36-46AC-4E56C97107F1}"/>
          </ac:picMkLst>
        </pc:picChg>
        <pc:picChg chg="mod">
          <ac:chgData name="NUNNA LEEKHITH SRI KRISHNA-[BL.EN.U4AIE23060]" userId="4f2a6e44-6bf4-4d4a-ab81-df8c3a72ebf9" providerId="ADAL" clId="{4056677F-CB4D-4659-8800-44F0D00BECA8}" dt="2026-05-13T17:30:46.516" v="3764" actId="1076"/>
          <ac:picMkLst>
            <pc:docMk/>
            <pc:sldMk cId="1705712122" sldId="468"/>
            <ac:picMk id="10" creationId="{47EF7ED2-691E-53DA-C10E-DA10E150ED8D}"/>
          </ac:picMkLst>
        </pc:picChg>
        <pc:picChg chg="add mod">
          <ac:chgData name="NUNNA LEEKHITH SRI KRISHNA-[BL.EN.U4AIE23060]" userId="4f2a6e44-6bf4-4d4a-ab81-df8c3a72ebf9" providerId="ADAL" clId="{4056677F-CB4D-4659-8800-44F0D00BECA8}" dt="2026-05-13T10:03:42.027" v="3399" actId="14100"/>
          <ac:picMkLst>
            <pc:docMk/>
            <pc:sldMk cId="1705712122" sldId="468"/>
            <ac:picMk id="11" creationId="{43907C3D-FC8F-BA64-2DFA-C35C709CC2CF}"/>
          </ac:picMkLst>
        </pc:picChg>
      </pc:sldChg>
      <pc:sldChg chg="addSp delSp modSp new mod">
        <pc:chgData name="NUNNA LEEKHITH SRI KRISHNA-[BL.EN.U4AIE23060]" userId="4f2a6e44-6bf4-4d4a-ab81-df8c3a72ebf9" providerId="ADAL" clId="{4056677F-CB4D-4659-8800-44F0D00BECA8}" dt="2026-05-13T12:07:41.457" v="3458" actId="1076"/>
        <pc:sldMkLst>
          <pc:docMk/>
          <pc:sldMk cId="39432983" sldId="469"/>
        </pc:sldMkLst>
        <pc:spChg chg="mod">
          <ac:chgData name="NUNNA LEEKHITH SRI KRISHNA-[BL.EN.U4AIE23060]" userId="4f2a6e44-6bf4-4d4a-ab81-df8c3a72ebf9" providerId="ADAL" clId="{4056677F-CB4D-4659-8800-44F0D00BECA8}" dt="2026-05-13T12:05:00.874" v="3403" actId="1076"/>
          <ac:spMkLst>
            <pc:docMk/>
            <pc:sldMk cId="39432983" sldId="469"/>
            <ac:spMk id="2" creationId="{08489EAC-9935-C20B-DA75-31B75A434EBB}"/>
          </ac:spMkLst>
        </pc:spChg>
        <pc:spChg chg="del">
          <ac:chgData name="NUNNA LEEKHITH SRI KRISHNA-[BL.EN.U4AIE23060]" userId="4f2a6e44-6bf4-4d4a-ab81-df8c3a72ebf9" providerId="ADAL" clId="{4056677F-CB4D-4659-8800-44F0D00BECA8}" dt="2026-05-13T12:05:10.476" v="3404" actId="478"/>
          <ac:spMkLst>
            <pc:docMk/>
            <pc:sldMk cId="39432983" sldId="469"/>
            <ac:spMk id="3" creationId="{166BB064-8966-C29C-1071-B6AA10F27A57}"/>
          </ac:spMkLst>
        </pc:spChg>
        <pc:spChg chg="add mod">
          <ac:chgData name="NUNNA LEEKHITH SRI KRISHNA-[BL.EN.U4AIE23060]" userId="4f2a6e44-6bf4-4d4a-ab81-df8c3a72ebf9" providerId="ADAL" clId="{4056677F-CB4D-4659-8800-44F0D00BECA8}" dt="2026-05-13T12:05:44.716" v="3415" actId="207"/>
          <ac:spMkLst>
            <pc:docMk/>
            <pc:sldMk cId="39432983" sldId="469"/>
            <ac:spMk id="7" creationId="{D8404EA4-B6C5-4595-BAC6-8CFC9AC2F821}"/>
          </ac:spMkLst>
        </pc:spChg>
        <pc:spChg chg="add mod">
          <ac:chgData name="NUNNA LEEKHITH SRI KRISHNA-[BL.EN.U4AIE23060]" userId="4f2a6e44-6bf4-4d4a-ab81-df8c3a72ebf9" providerId="ADAL" clId="{4056677F-CB4D-4659-8800-44F0D00BECA8}" dt="2026-05-13T12:06:16.356" v="3427" actId="207"/>
          <ac:spMkLst>
            <pc:docMk/>
            <pc:sldMk cId="39432983" sldId="469"/>
            <ac:spMk id="8" creationId="{38F8C79C-0877-08B1-96BF-214075E2F1B3}"/>
          </ac:spMkLst>
        </pc:spChg>
        <pc:spChg chg="add mod">
          <ac:chgData name="NUNNA LEEKHITH SRI KRISHNA-[BL.EN.U4AIE23060]" userId="4f2a6e44-6bf4-4d4a-ab81-df8c3a72ebf9" providerId="ADAL" clId="{4056677F-CB4D-4659-8800-44F0D00BECA8}" dt="2026-05-13T12:06:46.516" v="3438" actId="255"/>
          <ac:spMkLst>
            <pc:docMk/>
            <pc:sldMk cId="39432983" sldId="469"/>
            <ac:spMk id="9" creationId="{1A303899-EBD1-51E0-BC42-629FC8A313A3}"/>
          </ac:spMkLst>
        </pc:spChg>
        <pc:spChg chg="add del mod">
          <ac:chgData name="NUNNA LEEKHITH SRI KRISHNA-[BL.EN.U4AIE23060]" userId="4f2a6e44-6bf4-4d4a-ab81-df8c3a72ebf9" providerId="ADAL" clId="{4056677F-CB4D-4659-8800-44F0D00BECA8}" dt="2026-05-13T12:06:49.461" v="3439" actId="478"/>
          <ac:spMkLst>
            <pc:docMk/>
            <pc:sldMk cId="39432983" sldId="469"/>
            <ac:spMk id="10" creationId="{B7F884B5-65A7-11B0-D168-595E1BAC085E}"/>
          </ac:spMkLst>
        </pc:spChg>
        <pc:graphicFrameChg chg="add mod modGraphic">
          <ac:chgData name="NUNNA LEEKHITH SRI KRISHNA-[BL.EN.U4AIE23060]" userId="4f2a6e44-6bf4-4d4a-ab81-df8c3a72ebf9" providerId="ADAL" clId="{4056677F-CB4D-4659-8800-44F0D00BECA8}" dt="2026-05-13T12:07:41.457" v="3458" actId="1076"/>
          <ac:graphicFrameMkLst>
            <pc:docMk/>
            <pc:sldMk cId="39432983" sldId="469"/>
            <ac:graphicFrameMk id="11" creationId="{EB1C52C0-B65B-D31A-DA2C-E6072EAC547E}"/>
          </ac:graphicFrameMkLst>
        </pc:graphicFrameChg>
      </pc:sldChg>
      <pc:sldChg chg="addSp delSp modSp new mod">
        <pc:chgData name="NUNNA LEEKHITH SRI KRISHNA-[BL.EN.U4AIE23060]" userId="4f2a6e44-6bf4-4d4a-ab81-df8c3a72ebf9" providerId="ADAL" clId="{4056677F-CB4D-4659-8800-44F0D00BECA8}" dt="2026-05-13T12:22:46.953" v="3515" actId="164"/>
        <pc:sldMkLst>
          <pc:docMk/>
          <pc:sldMk cId="2590423983" sldId="470"/>
        </pc:sldMkLst>
        <pc:spChg chg="mod">
          <ac:chgData name="NUNNA LEEKHITH SRI KRISHNA-[BL.EN.U4AIE23060]" userId="4f2a6e44-6bf4-4d4a-ab81-df8c3a72ebf9" providerId="ADAL" clId="{4056677F-CB4D-4659-8800-44F0D00BECA8}" dt="2026-05-13T12:16:41.302" v="3463" actId="1076"/>
          <ac:spMkLst>
            <pc:docMk/>
            <pc:sldMk cId="2590423983" sldId="470"/>
            <ac:spMk id="2" creationId="{CD9DD9EC-F403-5B47-6C3D-1EA973631BDA}"/>
          </ac:spMkLst>
        </pc:spChg>
        <pc:spChg chg="del">
          <ac:chgData name="NUNNA LEEKHITH SRI KRISHNA-[BL.EN.U4AIE23060]" userId="4f2a6e44-6bf4-4d4a-ab81-df8c3a72ebf9" providerId="ADAL" clId="{4056677F-CB4D-4659-8800-44F0D00BECA8}" dt="2026-05-13T12:16:17.527" v="3460" actId="478"/>
          <ac:spMkLst>
            <pc:docMk/>
            <pc:sldMk cId="2590423983" sldId="470"/>
            <ac:spMk id="3" creationId="{740E63B5-6AF5-9195-716D-A6DC32F32199}"/>
          </ac:spMkLst>
        </pc:spChg>
        <pc:spChg chg="add mod">
          <ac:chgData name="NUNNA LEEKHITH SRI KRISHNA-[BL.EN.U4AIE23060]" userId="4f2a6e44-6bf4-4d4a-ab81-df8c3a72ebf9" providerId="ADAL" clId="{4056677F-CB4D-4659-8800-44F0D00BECA8}" dt="2026-05-13T12:17:08.389" v="3470" actId="1076"/>
          <ac:spMkLst>
            <pc:docMk/>
            <pc:sldMk cId="2590423983" sldId="470"/>
            <ac:spMk id="8" creationId="{EA246802-DD7A-51F8-253E-2F56C03569D9}"/>
          </ac:spMkLst>
        </pc:spChg>
        <pc:spChg chg="add mod">
          <ac:chgData name="NUNNA LEEKHITH SRI KRISHNA-[BL.EN.U4AIE23060]" userId="4f2a6e44-6bf4-4d4a-ab81-df8c3a72ebf9" providerId="ADAL" clId="{4056677F-CB4D-4659-8800-44F0D00BECA8}" dt="2026-05-13T12:17:58.333" v="3487" actId="1076"/>
          <ac:spMkLst>
            <pc:docMk/>
            <pc:sldMk cId="2590423983" sldId="470"/>
            <ac:spMk id="11" creationId="{1717C070-D604-62EF-9414-9EFEF7882FEE}"/>
          </ac:spMkLst>
        </pc:spChg>
        <pc:spChg chg="add mod">
          <ac:chgData name="NUNNA LEEKHITH SRI KRISHNA-[BL.EN.U4AIE23060]" userId="4f2a6e44-6bf4-4d4a-ab81-df8c3a72ebf9" providerId="ADAL" clId="{4056677F-CB4D-4659-8800-44F0D00BECA8}" dt="2026-05-13T12:22:46.953" v="3515" actId="164"/>
          <ac:spMkLst>
            <pc:docMk/>
            <pc:sldMk cId="2590423983" sldId="470"/>
            <ac:spMk id="14" creationId="{29DD5C64-B332-E8A1-71DC-FF9E18B7CEFE}"/>
          </ac:spMkLst>
        </pc:spChg>
        <pc:spChg chg="add mod ord">
          <ac:chgData name="NUNNA LEEKHITH SRI KRISHNA-[BL.EN.U4AIE23060]" userId="4f2a6e44-6bf4-4d4a-ab81-df8c3a72ebf9" providerId="ADAL" clId="{4056677F-CB4D-4659-8800-44F0D00BECA8}" dt="2026-05-13T12:22:46.953" v="3515" actId="164"/>
          <ac:spMkLst>
            <pc:docMk/>
            <pc:sldMk cId="2590423983" sldId="470"/>
            <ac:spMk id="15" creationId="{BAC1A736-162F-DE56-50D1-FA2EA3A03F88}"/>
          </ac:spMkLst>
        </pc:spChg>
        <pc:grpChg chg="add mod">
          <ac:chgData name="NUNNA LEEKHITH SRI KRISHNA-[BL.EN.U4AIE23060]" userId="4f2a6e44-6bf4-4d4a-ab81-df8c3a72ebf9" providerId="ADAL" clId="{4056677F-CB4D-4659-8800-44F0D00BECA8}" dt="2026-05-13T12:22:46.953" v="3515" actId="164"/>
          <ac:grpSpMkLst>
            <pc:docMk/>
            <pc:sldMk cId="2590423983" sldId="470"/>
            <ac:grpSpMk id="16" creationId="{AF1295C0-5C75-3A17-896F-2D293CCCDD4D}"/>
          </ac:grpSpMkLst>
        </pc:grpChg>
        <pc:graphicFrameChg chg="add mod modGraphic">
          <ac:chgData name="NUNNA LEEKHITH SRI KRISHNA-[BL.EN.U4AIE23060]" userId="4f2a6e44-6bf4-4d4a-ab81-df8c3a72ebf9" providerId="ADAL" clId="{4056677F-CB4D-4659-8800-44F0D00BECA8}" dt="2026-05-13T12:17:40.413" v="3480" actId="1076"/>
          <ac:graphicFrameMkLst>
            <pc:docMk/>
            <pc:sldMk cId="2590423983" sldId="470"/>
            <ac:graphicFrameMk id="9" creationId="{B0A8FFBD-05BD-AB34-2BF4-DB32D8937A45}"/>
          </ac:graphicFrameMkLst>
        </pc:graphicFrameChg>
        <pc:graphicFrameChg chg="add mod modGraphic">
          <ac:chgData name="NUNNA LEEKHITH SRI KRISHNA-[BL.EN.U4AIE23060]" userId="4f2a6e44-6bf4-4d4a-ab81-df8c3a72ebf9" providerId="ADAL" clId="{4056677F-CB4D-4659-8800-44F0D00BECA8}" dt="2026-05-13T12:21:29.608" v="3496" actId="1076"/>
          <ac:graphicFrameMkLst>
            <pc:docMk/>
            <pc:sldMk cId="2590423983" sldId="470"/>
            <ac:graphicFrameMk id="12" creationId="{510DEDF6-7433-8360-48B3-16C11655E4D1}"/>
          </ac:graphicFrameMkLst>
        </pc:graphicFrameChg>
      </pc:sldChg>
      <pc:sldChg chg="addSp delSp modSp new mod">
        <pc:chgData name="NUNNA LEEKHITH SRI KRISHNA-[BL.EN.U4AIE23060]" userId="4f2a6e44-6bf4-4d4a-ab81-df8c3a72ebf9" providerId="ADAL" clId="{4056677F-CB4D-4659-8800-44F0D00BECA8}" dt="2026-05-13T12:29:38.144" v="3564" actId="1076"/>
        <pc:sldMkLst>
          <pc:docMk/>
          <pc:sldMk cId="2626387460" sldId="471"/>
        </pc:sldMkLst>
        <pc:spChg chg="mod">
          <ac:chgData name="NUNNA LEEKHITH SRI KRISHNA-[BL.EN.U4AIE23060]" userId="4f2a6e44-6bf4-4d4a-ab81-df8c3a72ebf9" providerId="ADAL" clId="{4056677F-CB4D-4659-8800-44F0D00BECA8}" dt="2026-05-13T12:24:35.268" v="3520" actId="1076"/>
          <ac:spMkLst>
            <pc:docMk/>
            <pc:sldMk cId="2626387460" sldId="471"/>
            <ac:spMk id="2" creationId="{44D7BD08-295E-D914-CF8B-7F2781F79F56}"/>
          </ac:spMkLst>
        </pc:spChg>
        <pc:spChg chg="del">
          <ac:chgData name="NUNNA LEEKHITH SRI KRISHNA-[BL.EN.U4AIE23060]" userId="4f2a6e44-6bf4-4d4a-ab81-df8c3a72ebf9" providerId="ADAL" clId="{4056677F-CB4D-4659-8800-44F0D00BECA8}" dt="2026-05-13T12:24:25.031" v="3518" actId="478"/>
          <ac:spMkLst>
            <pc:docMk/>
            <pc:sldMk cId="2626387460" sldId="471"/>
            <ac:spMk id="3" creationId="{0AF4ED86-2C81-9CC6-9F41-A660D35BA0F9}"/>
          </ac:spMkLst>
        </pc:spChg>
        <pc:graphicFrameChg chg="add mod modGraphic">
          <ac:chgData name="NUNNA LEEKHITH SRI KRISHNA-[BL.EN.U4AIE23060]" userId="4f2a6e44-6bf4-4d4a-ab81-df8c3a72ebf9" providerId="ADAL" clId="{4056677F-CB4D-4659-8800-44F0D00BECA8}" dt="2026-05-13T12:29:30.798" v="3563" actId="14100"/>
          <ac:graphicFrameMkLst>
            <pc:docMk/>
            <pc:sldMk cId="2626387460" sldId="471"/>
            <ac:graphicFrameMk id="15" creationId="{B4C1925B-4DC2-E655-C398-E819CE7C74F8}"/>
          </ac:graphicFrameMkLst>
        </pc:graphicFrameChg>
        <pc:picChg chg="add mod">
          <ac:chgData name="NUNNA LEEKHITH SRI KRISHNA-[BL.EN.U4AIE23060]" userId="4f2a6e44-6bf4-4d4a-ab81-df8c3a72ebf9" providerId="ADAL" clId="{4056677F-CB4D-4659-8800-44F0D00BECA8}" dt="2026-05-13T12:29:38.144" v="3564" actId="1076"/>
          <ac:picMkLst>
            <pc:docMk/>
            <pc:sldMk cId="2626387460" sldId="471"/>
            <ac:picMk id="8" creationId="{2D1AE12D-B270-90FB-97B0-9585E25BDC8D}"/>
          </ac:picMkLst>
        </pc:picChg>
        <pc:picChg chg="add mod">
          <ac:chgData name="NUNNA LEEKHITH SRI KRISHNA-[BL.EN.U4AIE23060]" userId="4f2a6e44-6bf4-4d4a-ab81-df8c3a72ebf9" providerId="ADAL" clId="{4056677F-CB4D-4659-8800-44F0D00BECA8}" dt="2026-05-13T12:29:38.144" v="3564" actId="1076"/>
          <ac:picMkLst>
            <pc:docMk/>
            <pc:sldMk cId="2626387460" sldId="471"/>
            <ac:picMk id="10" creationId="{82B21DF0-90F7-D5D3-64F7-36E201D7D110}"/>
          </ac:picMkLst>
        </pc:picChg>
        <pc:picChg chg="add mod">
          <ac:chgData name="NUNNA LEEKHITH SRI KRISHNA-[BL.EN.U4AIE23060]" userId="4f2a6e44-6bf4-4d4a-ab81-df8c3a72ebf9" providerId="ADAL" clId="{4056677F-CB4D-4659-8800-44F0D00BECA8}" dt="2026-05-13T12:29:38.144" v="3564" actId="1076"/>
          <ac:picMkLst>
            <pc:docMk/>
            <pc:sldMk cId="2626387460" sldId="471"/>
            <ac:picMk id="12" creationId="{47519C35-819A-880E-B60E-9CC4990D4C3C}"/>
          </ac:picMkLst>
        </pc:picChg>
        <pc:picChg chg="add mod">
          <ac:chgData name="NUNNA LEEKHITH SRI KRISHNA-[BL.EN.U4AIE23060]" userId="4f2a6e44-6bf4-4d4a-ab81-df8c3a72ebf9" providerId="ADAL" clId="{4056677F-CB4D-4659-8800-44F0D00BECA8}" dt="2026-05-13T12:29:38.144" v="3564" actId="1076"/>
          <ac:picMkLst>
            <pc:docMk/>
            <pc:sldMk cId="2626387460" sldId="471"/>
            <ac:picMk id="14" creationId="{C5232413-D71B-8CC2-5D36-2D81CC8CAF68}"/>
          </ac:picMkLst>
        </pc:picChg>
      </pc:sldChg>
      <pc:sldChg chg="addSp delSp modSp new mod">
        <pc:chgData name="NUNNA LEEKHITH SRI KRISHNA-[BL.EN.U4AIE23060]" userId="4f2a6e44-6bf4-4d4a-ab81-df8c3a72ebf9" providerId="ADAL" clId="{4056677F-CB4D-4659-8800-44F0D00BECA8}" dt="2026-05-13T12:36:29.889" v="3599" actId="403"/>
        <pc:sldMkLst>
          <pc:docMk/>
          <pc:sldMk cId="3174547911" sldId="472"/>
        </pc:sldMkLst>
        <pc:spChg chg="mod">
          <ac:chgData name="NUNNA LEEKHITH SRI KRISHNA-[BL.EN.U4AIE23060]" userId="4f2a6e44-6bf4-4d4a-ab81-df8c3a72ebf9" providerId="ADAL" clId="{4056677F-CB4D-4659-8800-44F0D00BECA8}" dt="2026-05-13T12:34:49.821" v="3568" actId="1076"/>
          <ac:spMkLst>
            <pc:docMk/>
            <pc:sldMk cId="3174547911" sldId="472"/>
            <ac:spMk id="2" creationId="{AE713E22-AECD-6BC4-46B5-DF6859ADADC8}"/>
          </ac:spMkLst>
        </pc:spChg>
        <pc:spChg chg="del">
          <ac:chgData name="NUNNA LEEKHITH SRI KRISHNA-[BL.EN.U4AIE23060]" userId="4f2a6e44-6bf4-4d4a-ab81-df8c3a72ebf9" providerId="ADAL" clId="{4056677F-CB4D-4659-8800-44F0D00BECA8}" dt="2026-05-13T12:34:46.746" v="3567" actId="478"/>
          <ac:spMkLst>
            <pc:docMk/>
            <pc:sldMk cId="3174547911" sldId="472"/>
            <ac:spMk id="3" creationId="{72771062-430E-9793-B747-095FD39B9F15}"/>
          </ac:spMkLst>
        </pc:spChg>
        <pc:spChg chg="add mod">
          <ac:chgData name="NUNNA LEEKHITH SRI KRISHNA-[BL.EN.U4AIE23060]" userId="4f2a6e44-6bf4-4d4a-ab81-df8c3a72ebf9" providerId="ADAL" clId="{4056677F-CB4D-4659-8800-44F0D00BECA8}" dt="2026-05-13T12:36:29.889" v="3599" actId="403"/>
          <ac:spMkLst>
            <pc:docMk/>
            <pc:sldMk cId="3174547911" sldId="472"/>
            <ac:spMk id="9" creationId="{1E4F64A9-EFA7-6C36-0A89-213807C31422}"/>
          </ac:spMkLst>
        </pc:spChg>
        <pc:graphicFrameChg chg="add mod modGraphic">
          <ac:chgData name="NUNNA LEEKHITH SRI KRISHNA-[BL.EN.U4AIE23060]" userId="4f2a6e44-6bf4-4d4a-ab81-df8c3a72ebf9" providerId="ADAL" clId="{4056677F-CB4D-4659-8800-44F0D00BECA8}" dt="2026-05-13T12:35:58.293" v="3585" actId="207"/>
          <ac:graphicFrameMkLst>
            <pc:docMk/>
            <pc:sldMk cId="3174547911" sldId="472"/>
            <ac:graphicFrameMk id="7" creationId="{70BE601C-04CA-32B7-149E-8CC879348941}"/>
          </ac:graphicFrameMkLst>
        </pc:graphicFrameChg>
      </pc:sldChg>
      <pc:sldChg chg="addSp delSp modSp new mod">
        <pc:chgData name="NUNNA LEEKHITH SRI KRISHNA-[BL.EN.U4AIE23060]" userId="4f2a6e44-6bf4-4d4a-ab81-df8c3a72ebf9" providerId="ADAL" clId="{4056677F-CB4D-4659-8800-44F0D00BECA8}" dt="2026-05-13T12:38:35.843" v="3641" actId="14100"/>
        <pc:sldMkLst>
          <pc:docMk/>
          <pc:sldMk cId="2340287516" sldId="473"/>
        </pc:sldMkLst>
        <pc:spChg chg="mod">
          <ac:chgData name="NUNNA LEEKHITH SRI KRISHNA-[BL.EN.U4AIE23060]" userId="4f2a6e44-6bf4-4d4a-ab81-df8c3a72ebf9" providerId="ADAL" clId="{4056677F-CB4D-4659-8800-44F0D00BECA8}" dt="2026-05-13T12:37:26.410" v="3618" actId="1076"/>
          <ac:spMkLst>
            <pc:docMk/>
            <pc:sldMk cId="2340287516" sldId="473"/>
            <ac:spMk id="2" creationId="{A97E933F-F9C2-44DD-7416-7D918CF9F78A}"/>
          </ac:spMkLst>
        </pc:spChg>
        <pc:spChg chg="del">
          <ac:chgData name="NUNNA LEEKHITH SRI KRISHNA-[BL.EN.U4AIE23060]" userId="4f2a6e44-6bf4-4d4a-ab81-df8c3a72ebf9" providerId="ADAL" clId="{4056677F-CB4D-4659-8800-44F0D00BECA8}" dt="2026-05-13T12:37:23.798" v="3617" actId="478"/>
          <ac:spMkLst>
            <pc:docMk/>
            <pc:sldMk cId="2340287516" sldId="473"/>
            <ac:spMk id="3" creationId="{5B44754C-88CA-B51E-4CAD-1BACD2029FC2}"/>
          </ac:spMkLst>
        </pc:spChg>
        <pc:picChg chg="add del">
          <ac:chgData name="NUNNA LEEKHITH SRI KRISHNA-[BL.EN.U4AIE23060]" userId="4f2a6e44-6bf4-4d4a-ab81-df8c3a72ebf9" providerId="ADAL" clId="{4056677F-CB4D-4659-8800-44F0D00BECA8}" dt="2026-05-13T12:37:15.983" v="3612" actId="22"/>
          <ac:picMkLst>
            <pc:docMk/>
            <pc:sldMk cId="2340287516" sldId="473"/>
            <ac:picMk id="8" creationId="{73E43244-39C6-F329-D1B0-8C1C6001179A}"/>
          </ac:picMkLst>
        </pc:picChg>
        <pc:picChg chg="add mod">
          <ac:chgData name="NUNNA LEEKHITH SRI KRISHNA-[BL.EN.U4AIE23060]" userId="4f2a6e44-6bf4-4d4a-ab81-df8c3a72ebf9" providerId="ADAL" clId="{4056677F-CB4D-4659-8800-44F0D00BECA8}" dt="2026-05-13T12:38:35.843" v="3641" actId="14100"/>
          <ac:picMkLst>
            <pc:docMk/>
            <pc:sldMk cId="2340287516" sldId="473"/>
            <ac:picMk id="10" creationId="{2841E529-A015-A483-620D-447C6F4CB233}"/>
          </ac:picMkLst>
        </pc:picChg>
        <pc:picChg chg="add mod">
          <ac:chgData name="NUNNA LEEKHITH SRI KRISHNA-[BL.EN.U4AIE23060]" userId="4f2a6e44-6bf4-4d4a-ab81-df8c3a72ebf9" providerId="ADAL" clId="{4056677F-CB4D-4659-8800-44F0D00BECA8}" dt="2026-05-13T12:38:31.466" v="3638" actId="14100"/>
          <ac:picMkLst>
            <pc:docMk/>
            <pc:sldMk cId="2340287516" sldId="473"/>
            <ac:picMk id="12" creationId="{ED3089DC-D508-E3EB-F93C-E16AECD6EE22}"/>
          </ac:picMkLst>
        </pc:picChg>
        <pc:picChg chg="add mod">
          <ac:chgData name="NUNNA LEEKHITH SRI KRISHNA-[BL.EN.U4AIE23060]" userId="4f2a6e44-6bf4-4d4a-ab81-df8c3a72ebf9" providerId="ADAL" clId="{4056677F-CB4D-4659-8800-44F0D00BECA8}" dt="2026-05-13T12:38:29.024" v="3637" actId="1076"/>
          <ac:picMkLst>
            <pc:docMk/>
            <pc:sldMk cId="2340287516" sldId="473"/>
            <ac:picMk id="14" creationId="{6716D770-90C1-4993-1E8D-23828349E01B}"/>
          </ac:picMkLst>
        </pc:picChg>
        <pc:picChg chg="add mod">
          <ac:chgData name="NUNNA LEEKHITH SRI KRISHNA-[BL.EN.U4AIE23060]" userId="4f2a6e44-6bf4-4d4a-ab81-df8c3a72ebf9" providerId="ADAL" clId="{4056677F-CB4D-4659-8800-44F0D00BECA8}" dt="2026-05-13T12:38:34.203" v="3640" actId="14100"/>
          <ac:picMkLst>
            <pc:docMk/>
            <pc:sldMk cId="2340287516" sldId="473"/>
            <ac:picMk id="16" creationId="{E800D5E3-4ECD-CA8A-AC97-6466CCB77447}"/>
          </ac:picMkLst>
        </pc:picChg>
      </pc:sldChg>
      <pc:sldChg chg="modSp add mod">
        <pc:chgData name="NUNNA LEEKHITH SRI KRISHNA-[BL.EN.U4AIE23060]" userId="4f2a6e44-6bf4-4d4a-ab81-df8c3a72ebf9" providerId="ADAL" clId="{4056677F-CB4D-4659-8800-44F0D00BECA8}" dt="2026-05-13T12:40:32.675" v="3653" actId="14100"/>
        <pc:sldMkLst>
          <pc:docMk/>
          <pc:sldMk cId="3998793716" sldId="474"/>
        </pc:sldMkLst>
        <pc:spChg chg="mod">
          <ac:chgData name="NUNNA LEEKHITH SRI KRISHNA-[BL.EN.U4AIE23060]" userId="4f2a6e44-6bf4-4d4a-ab81-df8c3a72ebf9" providerId="ADAL" clId="{4056677F-CB4D-4659-8800-44F0D00BECA8}" dt="2026-05-13T12:39:24.450" v="3643"/>
          <ac:spMkLst>
            <pc:docMk/>
            <pc:sldMk cId="3998793716" sldId="474"/>
            <ac:spMk id="2" creationId="{A935225B-ADFA-BA14-B033-B225CB3786DB}"/>
          </ac:spMkLst>
        </pc:spChg>
        <pc:picChg chg="mod">
          <ac:chgData name="NUNNA LEEKHITH SRI KRISHNA-[BL.EN.U4AIE23060]" userId="4f2a6e44-6bf4-4d4a-ab81-df8c3a72ebf9" providerId="ADAL" clId="{4056677F-CB4D-4659-8800-44F0D00BECA8}" dt="2026-05-13T12:40:32.675" v="3653" actId="14100"/>
          <ac:picMkLst>
            <pc:docMk/>
            <pc:sldMk cId="3998793716" sldId="474"/>
            <ac:picMk id="10" creationId="{C72BB164-3685-4AD6-FCAE-0C61B6C805D7}"/>
          </ac:picMkLst>
        </pc:picChg>
        <pc:picChg chg="mod">
          <ac:chgData name="NUNNA LEEKHITH SRI KRISHNA-[BL.EN.U4AIE23060]" userId="4f2a6e44-6bf4-4d4a-ab81-df8c3a72ebf9" providerId="ADAL" clId="{4056677F-CB4D-4659-8800-44F0D00BECA8}" dt="2026-05-13T12:39:57.783" v="3647" actId="14826"/>
          <ac:picMkLst>
            <pc:docMk/>
            <pc:sldMk cId="3998793716" sldId="474"/>
            <ac:picMk id="12" creationId="{503EC325-80AE-8D48-A8C0-BF66F927E4D9}"/>
          </ac:picMkLst>
        </pc:picChg>
        <pc:picChg chg="mod">
          <ac:chgData name="NUNNA LEEKHITH SRI KRISHNA-[BL.EN.U4AIE23060]" userId="4f2a6e44-6bf4-4d4a-ab81-df8c3a72ebf9" providerId="ADAL" clId="{4056677F-CB4D-4659-8800-44F0D00BECA8}" dt="2026-05-13T12:39:46.282" v="3646" actId="14100"/>
          <ac:picMkLst>
            <pc:docMk/>
            <pc:sldMk cId="3998793716" sldId="474"/>
            <ac:picMk id="14" creationId="{9DDA3057-868D-20A2-5942-2003BAF6DEDD}"/>
          </ac:picMkLst>
        </pc:picChg>
        <pc:picChg chg="mod">
          <ac:chgData name="NUNNA LEEKHITH SRI KRISHNA-[BL.EN.U4AIE23060]" userId="4f2a6e44-6bf4-4d4a-ab81-df8c3a72ebf9" providerId="ADAL" clId="{4056677F-CB4D-4659-8800-44F0D00BECA8}" dt="2026-05-13T12:40:18.829" v="3650" actId="14100"/>
          <ac:picMkLst>
            <pc:docMk/>
            <pc:sldMk cId="3998793716" sldId="474"/>
            <ac:picMk id="16" creationId="{AE97BB7E-8DD9-2E8D-A13B-7106F831BC3A}"/>
          </ac:picMkLst>
        </pc:picChg>
      </pc:sldChg>
      <pc:sldChg chg="modSp add mod">
        <pc:chgData name="NUNNA LEEKHITH SRI KRISHNA-[BL.EN.U4AIE23060]" userId="4f2a6e44-6bf4-4d4a-ab81-df8c3a72ebf9" providerId="ADAL" clId="{4056677F-CB4D-4659-8800-44F0D00BECA8}" dt="2026-05-13T12:42:36.851" v="3666" actId="14826"/>
        <pc:sldMkLst>
          <pc:docMk/>
          <pc:sldMk cId="4060486885" sldId="475"/>
        </pc:sldMkLst>
        <pc:spChg chg="mod">
          <ac:chgData name="NUNNA LEEKHITH SRI KRISHNA-[BL.EN.U4AIE23060]" userId="4f2a6e44-6bf4-4d4a-ab81-df8c3a72ebf9" providerId="ADAL" clId="{4056677F-CB4D-4659-8800-44F0D00BECA8}" dt="2026-05-13T12:40:50.572" v="3655"/>
          <ac:spMkLst>
            <pc:docMk/>
            <pc:sldMk cId="4060486885" sldId="475"/>
            <ac:spMk id="2" creationId="{392FFFAE-3EBF-5998-255D-DA05F58EC47A}"/>
          </ac:spMkLst>
        </pc:spChg>
        <pc:picChg chg="mod">
          <ac:chgData name="NUNNA LEEKHITH SRI KRISHNA-[BL.EN.U4AIE23060]" userId="4f2a6e44-6bf4-4d4a-ab81-df8c3a72ebf9" providerId="ADAL" clId="{4056677F-CB4D-4659-8800-44F0D00BECA8}" dt="2026-05-13T12:41:44.220" v="3665" actId="14100"/>
          <ac:picMkLst>
            <pc:docMk/>
            <pc:sldMk cId="4060486885" sldId="475"/>
            <ac:picMk id="10" creationId="{3343D9B1-E4F6-C2BF-9AAA-E5665D284045}"/>
          </ac:picMkLst>
        </pc:picChg>
        <pc:picChg chg="mod">
          <ac:chgData name="NUNNA LEEKHITH SRI KRISHNA-[BL.EN.U4AIE23060]" userId="4f2a6e44-6bf4-4d4a-ab81-df8c3a72ebf9" providerId="ADAL" clId="{4056677F-CB4D-4659-8800-44F0D00BECA8}" dt="2026-05-13T12:42:36.851" v="3666" actId="14826"/>
          <ac:picMkLst>
            <pc:docMk/>
            <pc:sldMk cId="4060486885" sldId="475"/>
            <ac:picMk id="12" creationId="{C6E4B765-8A17-4176-9FDD-CB4F8A6F6E40}"/>
          </ac:picMkLst>
        </pc:picChg>
        <pc:picChg chg="mod">
          <ac:chgData name="NUNNA LEEKHITH SRI KRISHNA-[BL.EN.U4AIE23060]" userId="4f2a6e44-6bf4-4d4a-ab81-df8c3a72ebf9" providerId="ADAL" clId="{4056677F-CB4D-4659-8800-44F0D00BECA8}" dt="2026-05-13T12:41:08.195" v="3658" actId="14100"/>
          <ac:picMkLst>
            <pc:docMk/>
            <pc:sldMk cId="4060486885" sldId="475"/>
            <ac:picMk id="14" creationId="{A6EE860C-836B-2113-5DDB-820C23F7A83C}"/>
          </ac:picMkLst>
        </pc:picChg>
        <pc:picChg chg="mod">
          <ac:chgData name="NUNNA LEEKHITH SRI KRISHNA-[BL.EN.U4AIE23060]" userId="4f2a6e44-6bf4-4d4a-ab81-df8c3a72ebf9" providerId="ADAL" clId="{4056677F-CB4D-4659-8800-44F0D00BECA8}" dt="2026-05-13T12:41:20.842" v="3661" actId="14100"/>
          <ac:picMkLst>
            <pc:docMk/>
            <pc:sldMk cId="4060486885" sldId="475"/>
            <ac:picMk id="16" creationId="{4435E3E0-42B7-E758-8C0E-FC69759369C7}"/>
          </ac:picMkLst>
        </pc:picChg>
      </pc:sldChg>
      <pc:sldChg chg="addSp delSp modSp new mod">
        <pc:chgData name="NUNNA LEEKHITH SRI KRISHNA-[BL.EN.U4AIE23060]" userId="4f2a6e44-6bf4-4d4a-ab81-df8c3a72ebf9" providerId="ADAL" clId="{4056677F-CB4D-4659-8800-44F0D00BECA8}" dt="2026-05-13T13:06:43.298" v="3746" actId="1076"/>
        <pc:sldMkLst>
          <pc:docMk/>
          <pc:sldMk cId="2832145569" sldId="476"/>
        </pc:sldMkLst>
        <pc:spChg chg="mod">
          <ac:chgData name="NUNNA LEEKHITH SRI KRISHNA-[BL.EN.U4AIE23060]" userId="4f2a6e44-6bf4-4d4a-ab81-df8c3a72ebf9" providerId="ADAL" clId="{4056677F-CB4D-4659-8800-44F0D00BECA8}" dt="2026-05-13T12:44:02.767" v="3670" actId="1076"/>
          <ac:spMkLst>
            <pc:docMk/>
            <pc:sldMk cId="2832145569" sldId="476"/>
            <ac:spMk id="2" creationId="{9EAAB1AF-0E8F-609D-EA08-C31DBFB8CF6C}"/>
          </ac:spMkLst>
        </pc:spChg>
        <pc:spChg chg="del">
          <ac:chgData name="NUNNA LEEKHITH SRI KRISHNA-[BL.EN.U4AIE23060]" userId="4f2a6e44-6bf4-4d4a-ab81-df8c3a72ebf9" providerId="ADAL" clId="{4056677F-CB4D-4659-8800-44F0D00BECA8}" dt="2026-05-13T12:44:04.448" v="3671" actId="478"/>
          <ac:spMkLst>
            <pc:docMk/>
            <pc:sldMk cId="2832145569" sldId="476"/>
            <ac:spMk id="3" creationId="{AB6BBEC3-0266-1B30-3C42-B2395D969489}"/>
          </ac:spMkLst>
        </pc:spChg>
        <pc:picChg chg="add mod modCrop">
          <ac:chgData name="NUNNA LEEKHITH SRI KRISHNA-[BL.EN.U4AIE23060]" userId="4f2a6e44-6bf4-4d4a-ab81-df8c3a72ebf9" providerId="ADAL" clId="{4056677F-CB4D-4659-8800-44F0D00BECA8}" dt="2026-05-13T13:03:01.787" v="3726" actId="1076"/>
          <ac:picMkLst>
            <pc:docMk/>
            <pc:sldMk cId="2832145569" sldId="476"/>
            <ac:picMk id="8" creationId="{AD12276B-C9AC-0224-E8DD-F072F689C83B}"/>
          </ac:picMkLst>
        </pc:picChg>
        <pc:picChg chg="add mod">
          <ac:chgData name="NUNNA LEEKHITH SRI KRISHNA-[BL.EN.U4AIE23060]" userId="4f2a6e44-6bf4-4d4a-ab81-df8c3a72ebf9" providerId="ADAL" clId="{4056677F-CB4D-4659-8800-44F0D00BECA8}" dt="2026-05-13T13:06:38.881" v="3744" actId="1076"/>
          <ac:picMkLst>
            <pc:docMk/>
            <pc:sldMk cId="2832145569" sldId="476"/>
            <ac:picMk id="10" creationId="{4F622A5F-5D0A-F193-700B-A1ECAE855C9E}"/>
          </ac:picMkLst>
        </pc:picChg>
        <pc:picChg chg="add mod">
          <ac:chgData name="NUNNA LEEKHITH SRI KRISHNA-[BL.EN.U4AIE23060]" userId="4f2a6e44-6bf4-4d4a-ab81-df8c3a72ebf9" providerId="ADAL" clId="{4056677F-CB4D-4659-8800-44F0D00BECA8}" dt="2026-05-13T13:06:41.249" v="3745" actId="1076"/>
          <ac:picMkLst>
            <pc:docMk/>
            <pc:sldMk cId="2832145569" sldId="476"/>
            <ac:picMk id="12" creationId="{064E0208-3CDA-B7D1-F7D7-B08C66B20115}"/>
          </ac:picMkLst>
        </pc:picChg>
        <pc:picChg chg="add mod">
          <ac:chgData name="NUNNA LEEKHITH SRI KRISHNA-[BL.EN.U4AIE23060]" userId="4f2a6e44-6bf4-4d4a-ab81-df8c3a72ebf9" providerId="ADAL" clId="{4056677F-CB4D-4659-8800-44F0D00BECA8}" dt="2026-05-13T13:06:32.208" v="3741" actId="14100"/>
          <ac:picMkLst>
            <pc:docMk/>
            <pc:sldMk cId="2832145569" sldId="476"/>
            <ac:picMk id="14" creationId="{255D1E28-A521-7E23-C44E-73A37F9D8F3A}"/>
          </ac:picMkLst>
        </pc:picChg>
        <pc:picChg chg="add mod">
          <ac:chgData name="NUNNA LEEKHITH SRI KRISHNA-[BL.EN.U4AIE23060]" userId="4f2a6e44-6bf4-4d4a-ab81-df8c3a72ebf9" providerId="ADAL" clId="{4056677F-CB4D-4659-8800-44F0D00BECA8}" dt="2026-05-13T13:06:43.298" v="3746" actId="1076"/>
          <ac:picMkLst>
            <pc:docMk/>
            <pc:sldMk cId="2832145569" sldId="476"/>
            <ac:picMk id="16" creationId="{0E39CB15-716B-F224-0CBA-E76DDA13F8DE}"/>
          </ac:picMkLst>
        </pc:picChg>
      </pc:sldChg>
      <pc:sldChg chg="addSp delSp modSp new mod">
        <pc:chgData name="NUNNA LEEKHITH SRI KRISHNA-[BL.EN.U4AIE23060]" userId="4f2a6e44-6bf4-4d4a-ab81-df8c3a72ebf9" providerId="ADAL" clId="{4056677F-CB4D-4659-8800-44F0D00BECA8}" dt="2026-05-13T12:46:30.434" v="3702" actId="1076"/>
        <pc:sldMkLst>
          <pc:docMk/>
          <pc:sldMk cId="3216459566" sldId="477"/>
        </pc:sldMkLst>
        <pc:spChg chg="mod">
          <ac:chgData name="NUNNA LEEKHITH SRI KRISHNA-[BL.EN.U4AIE23060]" userId="4f2a6e44-6bf4-4d4a-ab81-df8c3a72ebf9" providerId="ADAL" clId="{4056677F-CB4D-4659-8800-44F0D00BECA8}" dt="2026-05-13T12:45:38.601" v="3689" actId="1076"/>
          <ac:spMkLst>
            <pc:docMk/>
            <pc:sldMk cId="3216459566" sldId="477"/>
            <ac:spMk id="2" creationId="{08B96208-5C94-18C4-21F8-23BA8848E4C2}"/>
          </ac:spMkLst>
        </pc:spChg>
        <pc:spChg chg="del">
          <ac:chgData name="NUNNA LEEKHITH SRI KRISHNA-[BL.EN.U4AIE23060]" userId="4f2a6e44-6bf4-4d4a-ab81-df8c3a72ebf9" providerId="ADAL" clId="{4056677F-CB4D-4659-8800-44F0D00BECA8}" dt="2026-05-13T12:45:02.788" v="3673" actId="478"/>
          <ac:spMkLst>
            <pc:docMk/>
            <pc:sldMk cId="3216459566" sldId="477"/>
            <ac:spMk id="3" creationId="{EB5CFC7B-25FC-7977-2B34-50FCC7DDAFD2}"/>
          </ac:spMkLst>
        </pc:spChg>
        <pc:spChg chg="add del">
          <ac:chgData name="NUNNA LEEKHITH SRI KRISHNA-[BL.EN.U4AIE23060]" userId="4f2a6e44-6bf4-4d4a-ab81-df8c3a72ebf9" providerId="ADAL" clId="{4056677F-CB4D-4659-8800-44F0D00BECA8}" dt="2026-05-13T12:45:06.107" v="3676" actId="22"/>
          <ac:spMkLst>
            <pc:docMk/>
            <pc:sldMk cId="3216459566" sldId="477"/>
            <ac:spMk id="8" creationId="{06483324-5E28-0196-0457-C74ACA170997}"/>
          </ac:spMkLst>
        </pc:spChg>
        <pc:spChg chg="add del">
          <ac:chgData name="NUNNA LEEKHITH SRI KRISHNA-[BL.EN.U4AIE23060]" userId="4f2a6e44-6bf4-4d4a-ab81-df8c3a72ebf9" providerId="ADAL" clId="{4056677F-CB4D-4659-8800-44F0D00BECA8}" dt="2026-05-13T12:45:12.111" v="3679" actId="22"/>
          <ac:spMkLst>
            <pc:docMk/>
            <pc:sldMk cId="3216459566" sldId="477"/>
            <ac:spMk id="10" creationId="{B7F03DAD-430D-4C7E-DDD3-EF76F15D6138}"/>
          </ac:spMkLst>
        </pc:spChg>
        <pc:spChg chg="add mod">
          <ac:chgData name="NUNNA LEEKHITH SRI KRISHNA-[BL.EN.U4AIE23060]" userId="4f2a6e44-6bf4-4d4a-ab81-df8c3a72ebf9" providerId="ADAL" clId="{4056677F-CB4D-4659-8800-44F0D00BECA8}" dt="2026-05-13T12:46:30.434" v="3702" actId="1076"/>
          <ac:spMkLst>
            <pc:docMk/>
            <pc:sldMk cId="3216459566" sldId="477"/>
            <ac:spMk id="12" creationId="{3E23D7D6-04B9-99B7-A99F-FC2D6620CD8A}"/>
          </ac:spMkLst>
        </pc:spChg>
      </pc:sldChg>
      <pc:sldChg chg="addSp delSp modSp add mod">
        <pc:chgData name="NUNNA LEEKHITH SRI KRISHNA-[BL.EN.U4AIE23060]" userId="4f2a6e44-6bf4-4d4a-ab81-df8c3a72ebf9" providerId="ADAL" clId="{4056677F-CB4D-4659-8800-44F0D00BECA8}" dt="2026-05-13T12:47:44.614" v="3721" actId="403"/>
        <pc:sldMkLst>
          <pc:docMk/>
          <pc:sldMk cId="3169732716" sldId="478"/>
        </pc:sldMkLst>
        <pc:spChg chg="mod">
          <ac:chgData name="NUNNA LEEKHITH SRI KRISHNA-[BL.EN.U4AIE23060]" userId="4f2a6e44-6bf4-4d4a-ab81-df8c3a72ebf9" providerId="ADAL" clId="{4056677F-CB4D-4659-8800-44F0D00BECA8}" dt="2026-05-13T12:47:38.996" v="3719"/>
          <ac:spMkLst>
            <pc:docMk/>
            <pc:sldMk cId="3169732716" sldId="478"/>
            <ac:spMk id="2" creationId="{C33372FD-D57A-FD74-55BC-7022DB9F3CF5}"/>
          </ac:spMkLst>
        </pc:spChg>
        <pc:spChg chg="add mod">
          <ac:chgData name="NUNNA LEEKHITH SRI KRISHNA-[BL.EN.U4AIE23060]" userId="4f2a6e44-6bf4-4d4a-ab81-df8c3a72ebf9" providerId="ADAL" clId="{4056677F-CB4D-4659-8800-44F0D00BECA8}" dt="2026-05-13T12:47:44.614" v="3721" actId="403"/>
          <ac:spMkLst>
            <pc:docMk/>
            <pc:sldMk cId="3169732716" sldId="478"/>
            <ac:spMk id="7" creationId="{60BD9AED-A2E7-AAB4-F926-03ED2AB2BED6}"/>
          </ac:spMkLst>
        </pc:spChg>
        <pc:spChg chg="del">
          <ac:chgData name="NUNNA LEEKHITH SRI KRISHNA-[BL.EN.U4AIE23060]" userId="4f2a6e44-6bf4-4d4a-ab81-df8c3a72ebf9" providerId="ADAL" clId="{4056677F-CB4D-4659-8800-44F0D00BECA8}" dt="2026-05-13T12:47:10.615" v="3704" actId="478"/>
          <ac:spMkLst>
            <pc:docMk/>
            <pc:sldMk cId="3169732716" sldId="478"/>
            <ac:spMk id="12" creationId="{1838504F-169E-DECD-D8B7-D7661FC43716}"/>
          </ac:spMkLst>
        </pc:spChg>
      </pc:sldChg>
      <pc:sldChg chg="addSp delSp modSp new mod modAnim">
        <pc:chgData name="NUNNA LEEKHITH SRI KRISHNA-[BL.EN.U4AIE23060]" userId="4f2a6e44-6bf4-4d4a-ab81-df8c3a72ebf9" providerId="ADAL" clId="{4056677F-CB4D-4659-8800-44F0D00BECA8}" dt="2026-05-13T13:08:17.745" v="3763"/>
        <pc:sldMkLst>
          <pc:docMk/>
          <pc:sldMk cId="27080618" sldId="479"/>
        </pc:sldMkLst>
        <pc:spChg chg="mod">
          <ac:chgData name="NUNNA LEEKHITH SRI KRISHNA-[BL.EN.U4AIE23060]" userId="4f2a6e44-6bf4-4d4a-ab81-df8c3a72ebf9" providerId="ADAL" clId="{4056677F-CB4D-4659-8800-44F0D00BECA8}" dt="2026-05-13T13:07:19.009" v="3756" actId="1076"/>
          <ac:spMkLst>
            <pc:docMk/>
            <pc:sldMk cId="27080618" sldId="479"/>
            <ac:spMk id="2" creationId="{1899CCD8-E371-CC14-6450-C1BD0727FDF7}"/>
          </ac:spMkLst>
        </pc:spChg>
        <pc:spChg chg="del">
          <ac:chgData name="NUNNA LEEKHITH SRI KRISHNA-[BL.EN.U4AIE23060]" userId="4f2a6e44-6bf4-4d4a-ab81-df8c3a72ebf9" providerId="ADAL" clId="{4056677F-CB4D-4659-8800-44F0D00BECA8}" dt="2026-05-13T13:07:13.954" v="3755" actId="478"/>
          <ac:spMkLst>
            <pc:docMk/>
            <pc:sldMk cId="27080618" sldId="479"/>
            <ac:spMk id="3" creationId="{08DFB545-D963-6AD5-20B3-5E1A52A5E5A2}"/>
          </ac:spMkLst>
        </pc:spChg>
        <pc:picChg chg="add mod">
          <ac:chgData name="NUNNA LEEKHITH SRI KRISHNA-[BL.EN.U4AIE23060]" userId="4f2a6e44-6bf4-4d4a-ab81-df8c3a72ebf9" providerId="ADAL" clId="{4056677F-CB4D-4659-8800-44F0D00BECA8}" dt="2026-05-13T13:08:06.313" v="3762" actId="14100"/>
          <ac:picMkLst>
            <pc:docMk/>
            <pc:sldMk cId="27080618" sldId="479"/>
            <ac:picMk id="7" creationId="{22DEB136-CA9B-8071-EA04-BA29234C7E22}"/>
          </ac:picMkLst>
        </pc:picChg>
      </pc:sldChg>
      <pc:sldMasterChg chg="delSldLayout">
        <pc:chgData name="NUNNA LEEKHITH SRI KRISHNA-[BL.EN.U4AIE23060]" userId="4f2a6e44-6bf4-4d4a-ab81-df8c3a72ebf9" providerId="ADAL" clId="{4056677F-CB4D-4659-8800-44F0D00BECA8}" dt="2026-05-07T07:26:29.390" v="1626" actId="47"/>
        <pc:sldMasterMkLst>
          <pc:docMk/>
          <pc:sldMasterMk cId="0" sldId="2147483648"/>
        </pc:sldMasterMkLst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6905625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/>
              <a:t>‹#›</a:t>
            </a:fld>
            <a:endParaRPr sz="120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My component: the real-image crack detector that produces uncertainty, and Agent C, which decides when to explore, refine or return.</a:t>
            </a:r>
          </a:p>
        </p:txBody>
      </p:sp>
      <p:sp>
        <p:nvSpPr>
          <p:cNvPr id="49" name="Google Shape;4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Example state from the demo: [0.97, 0.12, 0.93, 0.15, 0.18, 0.02].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8"/>
          <p:cNvSpPr txBox="1">
            <a:spLocks noGrp="1"/>
          </p:cNvSpPr>
          <p:nvPr>
            <p:ph type="title"/>
          </p:nvPr>
        </p:nvSpPr>
        <p:spPr>
          <a:xfrm>
            <a:off x="629513" y="137871"/>
            <a:ext cx="10932972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>
                <a:solidFill>
                  <a:srgbClr val="99124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8"/>
          <p:cNvSpPr txBox="1">
            <a:spLocks noGrp="1"/>
          </p:cNvSpPr>
          <p:nvPr>
            <p:ph type="body" idx="1"/>
          </p:nvPr>
        </p:nvSpPr>
        <p:spPr>
          <a:xfrm>
            <a:off x="613663" y="1090168"/>
            <a:ext cx="8602980" cy="4218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8"/>
          <p:cNvSpPr txBox="1">
            <a:spLocks noGrp="1"/>
          </p:cNvSpPr>
          <p:nvPr>
            <p:ph type="ftr" idx="11"/>
          </p:nvPr>
        </p:nvSpPr>
        <p:spPr>
          <a:xfrm>
            <a:off x="5229605" y="6408369"/>
            <a:ext cx="1732915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Team – 08</a:t>
            </a:r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231A2139-3F41-43D8-8F8D-6159DB5D8791}" type="datetime1">
              <a:rPr lang="en-US" smtClean="0"/>
              <a:t>9/28/2026</a:t>
            </a:fld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sldNum" idx="12"/>
          </p:nvPr>
        </p:nvSpPr>
        <p:spPr>
          <a:xfrm>
            <a:off x="11314176" y="6408369"/>
            <a:ext cx="320928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53670" lvl="0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53670" lvl="1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53670" lvl="2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53670" lvl="3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53670" lvl="4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53670" lvl="5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53670" lvl="6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53670" lvl="7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3670" lvl="8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5367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0"/>
          <p:cNvSpPr txBox="1">
            <a:spLocks noGrp="1"/>
          </p:cNvSpPr>
          <p:nvPr>
            <p:ph type="title"/>
          </p:nvPr>
        </p:nvSpPr>
        <p:spPr>
          <a:xfrm>
            <a:off x="629513" y="137871"/>
            <a:ext cx="10932972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>
                <a:solidFill>
                  <a:srgbClr val="99124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0"/>
          <p:cNvSpPr txBox="1">
            <a:spLocks noGrp="1"/>
          </p:cNvSpPr>
          <p:nvPr>
            <p:ph type="body" idx="1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0"/>
          <p:cNvSpPr txBox="1">
            <a:spLocks noGrp="1"/>
          </p:cNvSpPr>
          <p:nvPr>
            <p:ph type="body" idx="2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ftr" idx="11"/>
          </p:nvPr>
        </p:nvSpPr>
        <p:spPr>
          <a:xfrm>
            <a:off x="5229605" y="6408369"/>
            <a:ext cx="1732915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Team – 08</a:t>
            </a:r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B66A1A4A-BA61-471D-A49D-C55F61584163}" type="datetime1">
              <a:rPr lang="en-US" smtClean="0"/>
              <a:t>9/28/2026</a:t>
            </a:fld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sldNum" idx="12"/>
          </p:nvPr>
        </p:nvSpPr>
        <p:spPr>
          <a:xfrm>
            <a:off x="11314176" y="6408369"/>
            <a:ext cx="320928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53670" lvl="0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53670" lvl="1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53670" lvl="2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53670" lvl="3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53670" lvl="4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53670" lvl="5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53670" lvl="6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53670" lvl="7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3670" lvl="8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5367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jpg"/><Relationship Id="rId5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370316"/>
            <a:ext cx="12191999" cy="487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6492" y="6490712"/>
            <a:ext cx="1781556" cy="3139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370316"/>
            <a:ext cx="12191999" cy="487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6492" y="6490712"/>
            <a:ext cx="1781556" cy="313944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7"/>
          <p:cNvSpPr txBox="1">
            <a:spLocks noGrp="1"/>
          </p:cNvSpPr>
          <p:nvPr>
            <p:ph type="title"/>
          </p:nvPr>
        </p:nvSpPr>
        <p:spPr>
          <a:xfrm>
            <a:off x="629513" y="137871"/>
            <a:ext cx="10932972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99124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5" name="Google Shape;15;p7"/>
          <p:cNvSpPr txBox="1">
            <a:spLocks noGrp="1"/>
          </p:cNvSpPr>
          <p:nvPr>
            <p:ph type="body" idx="1"/>
          </p:nvPr>
        </p:nvSpPr>
        <p:spPr>
          <a:xfrm>
            <a:off x="613663" y="1090168"/>
            <a:ext cx="8602980" cy="4218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7"/>
          <p:cNvSpPr txBox="1">
            <a:spLocks noGrp="1"/>
          </p:cNvSpPr>
          <p:nvPr>
            <p:ph type="ftr" idx="11"/>
          </p:nvPr>
        </p:nvSpPr>
        <p:spPr>
          <a:xfrm>
            <a:off x="5229605" y="6408369"/>
            <a:ext cx="1732915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en-IN"/>
              <a:t>Team – 08</a:t>
            </a:r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fld id="{6EF930A3-065E-4B6C-9655-F1B97ABB743B}" type="datetime1">
              <a:rPr lang="en-US" smtClean="0"/>
              <a:t>9/28/2026</a:t>
            </a:fld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sldNum" idx="12"/>
          </p:nvPr>
        </p:nvSpPr>
        <p:spPr>
          <a:xfrm>
            <a:off x="11314176" y="6408369"/>
            <a:ext cx="320928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53670" lvl="0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53670" lvl="1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53670" lvl="2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53670" lvl="3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53670" lvl="4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53670" lvl="5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53670" lvl="6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53670" lvl="7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3670" lvl="8" indent="0">
              <a:lnSpc>
                <a:spcPct val="100555"/>
              </a:lnSpc>
              <a:spcBef>
                <a:spcPts val="0"/>
              </a:spcBef>
              <a:buNone/>
              <a:defRPr sz="18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5367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</p:sldLayoutIdLst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1"/>
          <p:cNvGrpSpPr/>
          <p:nvPr/>
        </p:nvGrpSpPr>
        <p:grpSpPr>
          <a:xfrm>
            <a:off x="0" y="0"/>
            <a:ext cx="12192000" cy="6377940"/>
            <a:chOff x="0" y="0"/>
            <a:chExt cx="12192000" cy="6377940"/>
          </a:xfrm>
        </p:grpSpPr>
        <p:sp>
          <p:nvSpPr>
            <p:cNvPr id="52" name="Google Shape;52;p1"/>
            <p:cNvSpPr/>
            <p:nvPr/>
          </p:nvSpPr>
          <p:spPr>
            <a:xfrm>
              <a:off x="0" y="0"/>
              <a:ext cx="12192000" cy="6377940"/>
            </a:xfrm>
            <a:custGeom>
              <a:avLst/>
              <a:gdLst/>
              <a:ahLst/>
              <a:cxnLst/>
              <a:rect l="l" t="t" r="r" b="b"/>
              <a:pathLst>
                <a:path w="12192000" h="6377940" extrusionOk="0">
                  <a:moveTo>
                    <a:pt x="0" y="6377940"/>
                  </a:moveTo>
                  <a:lnTo>
                    <a:pt x="12191746" y="6377940"/>
                  </a:lnTo>
                  <a:lnTo>
                    <a:pt x="12191746" y="0"/>
                  </a:lnTo>
                  <a:lnTo>
                    <a:pt x="0" y="0"/>
                  </a:lnTo>
                  <a:lnTo>
                    <a:pt x="0" y="6377940"/>
                  </a:lnTo>
                  <a:close/>
                </a:path>
              </a:pathLst>
            </a:custGeom>
            <a:solidFill>
              <a:srgbClr val="B8114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/>
            </a:p>
          </p:txBody>
        </p:sp>
        <p:pic>
          <p:nvPicPr>
            <p:cNvPr id="53" name="Google Shape;53;p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954147" y="1716023"/>
              <a:ext cx="3451733" cy="11049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4" name="Google Shape;54;p1"/>
          <p:cNvSpPr txBox="1">
            <a:spLocks noGrp="1"/>
          </p:cNvSpPr>
          <p:nvPr>
            <p:ph type="title"/>
          </p:nvPr>
        </p:nvSpPr>
        <p:spPr>
          <a:xfrm>
            <a:off x="6405880" y="502158"/>
            <a:ext cx="5391150" cy="566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 sz="2400">
                <a:solidFill>
                  <a:srgbClr val="FFFFFF"/>
                </a:solidFill>
              </a:rPr>
              <a:t>22AIE401 Reinforcement Learning</a:t>
            </a:r>
            <a:endParaRPr dirty="0">
              <a:solidFill>
                <a:srgbClr val="FFFFFF"/>
              </a:solidFill>
            </a:endParaRPr>
          </a:p>
        </p:txBody>
      </p:sp>
      <p:grpSp>
        <p:nvGrpSpPr>
          <p:cNvPr id="55" name="Google Shape;55;p1"/>
          <p:cNvGrpSpPr/>
          <p:nvPr/>
        </p:nvGrpSpPr>
        <p:grpSpPr>
          <a:xfrm>
            <a:off x="419100" y="280415"/>
            <a:ext cx="6134100" cy="5646305"/>
            <a:chOff x="419100" y="280415"/>
            <a:chExt cx="6134100" cy="5646305"/>
          </a:xfrm>
        </p:grpSpPr>
        <p:sp>
          <p:nvSpPr>
            <p:cNvPr id="56" name="Google Shape;56;p1"/>
            <p:cNvSpPr/>
            <p:nvPr/>
          </p:nvSpPr>
          <p:spPr>
            <a:xfrm>
              <a:off x="6553200" y="1871471"/>
              <a:ext cx="0" cy="1637030"/>
            </a:xfrm>
            <a:custGeom>
              <a:avLst/>
              <a:gdLst/>
              <a:ahLst/>
              <a:cxnLst/>
              <a:rect l="l" t="t" r="r" b="b"/>
              <a:pathLst>
                <a:path w="120000" h="1637029" extrusionOk="0">
                  <a:moveTo>
                    <a:pt x="0" y="0"/>
                  </a:moveTo>
                  <a:lnTo>
                    <a:pt x="0" y="1636776"/>
                  </a:lnTo>
                </a:path>
              </a:pathLst>
            </a:custGeom>
            <a:noFill/>
            <a:ln w="9525" cap="flat" cmpd="sng">
              <a:solidFill>
                <a:srgbClr val="FFC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pic>
          <p:nvPicPr>
            <p:cNvPr id="57" name="Google Shape;57;p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19100" y="280415"/>
              <a:ext cx="2639568" cy="26395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" name="Google Shape;58;p1"/>
            <p:cNvPicPr preferRelativeResize="0"/>
            <p:nvPr/>
          </p:nvPicPr>
          <p:blipFill>
            <a:blip r:embed="rId5"/>
            <a:srcRect/>
            <a:stretch/>
          </p:blipFill>
          <p:spPr>
            <a:xfrm>
              <a:off x="1273629" y="3567025"/>
              <a:ext cx="4332514" cy="235969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9" name="Google Shape;59;p1"/>
          <p:cNvSpPr txBox="1"/>
          <p:nvPr/>
        </p:nvSpPr>
        <p:spPr>
          <a:xfrm>
            <a:off x="6700521" y="1534561"/>
            <a:ext cx="5015854" cy="2597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/>
            <a:r>
              <a:rPr lang="en-US" sz="2800" b="1" dirty="0">
                <a:solidFill>
                  <a:srgbClr val="F1F1F1"/>
                </a:solidFill>
                <a:latin typeface="Calibri"/>
                <a:ea typeface="Calibri"/>
                <a:cs typeface="Calibri"/>
                <a:sym typeface="Calibri"/>
              </a:rPr>
              <a:t>Uncertainty-Aware Active Vision</a:t>
            </a:r>
          </a:p>
          <a:p>
            <a:pPr marL="12700" lvl="0"/>
            <a:r>
              <a:rPr lang="en-US" sz="2800" b="1" dirty="0">
                <a:solidFill>
                  <a:srgbClr val="F1F1F1"/>
                </a:solidFill>
                <a:latin typeface="Calibri"/>
                <a:ea typeface="Calibri"/>
                <a:cs typeface="Calibri"/>
                <a:sym typeface="Calibri"/>
              </a:rPr>
              <a:t>for UAV-Based Infrastructure</a:t>
            </a:r>
          </a:p>
          <a:p>
            <a:pPr marL="12700" lvl="0"/>
            <a:r>
              <a:rPr lang="en-US" sz="2800" b="1" dirty="0">
                <a:solidFill>
                  <a:srgbClr val="F1F1F1"/>
                </a:solidFill>
                <a:latin typeface="Calibri"/>
                <a:ea typeface="Calibri"/>
                <a:cs typeface="Calibri"/>
                <a:sym typeface="Calibri"/>
              </a:rPr>
              <a:t>Inspection Using Deep</a:t>
            </a:r>
          </a:p>
          <a:p>
            <a:pPr marL="12700" lvl="0"/>
            <a:r>
              <a:rPr lang="en-US" sz="2800" b="1" dirty="0">
                <a:solidFill>
                  <a:srgbClr val="F1F1F1"/>
                </a:solidFill>
                <a:latin typeface="Calibri"/>
                <a:ea typeface="Calibri"/>
                <a:cs typeface="Calibri"/>
                <a:sym typeface="Calibri"/>
              </a:rPr>
              <a:t>Reinforcement Learning</a:t>
            </a:r>
          </a:p>
        </p:txBody>
      </p:sp>
      <p:sp>
        <p:nvSpPr>
          <p:cNvPr id="60" name="Google Shape;60;p1"/>
          <p:cNvSpPr txBox="1"/>
          <p:nvPr/>
        </p:nvSpPr>
        <p:spPr>
          <a:xfrm>
            <a:off x="7162800" y="4069080"/>
            <a:ext cx="4836412" cy="219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marR="10795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rgbClr val="F1F1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Mukhesh ([Register No.])</a:t>
            </a:r>
          </a:p>
          <a:p>
            <a:pPr marL="0" marR="10795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rgbClr val="F1F1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Individual component:</a:t>
            </a:r>
          </a:p>
          <a:p>
            <a:pPr marL="0" marR="10795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rgbClr val="F1F1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Agent C: Mission Supervisor (A2C) + Real-Image Detector</a:t>
            </a:r>
          </a:p>
          <a:p>
            <a:pPr marL="0" marR="10795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rgbClr val="F1F1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– 08  |  Faculty: [Name]  |  AY 2026–27</a:t>
            </a:r>
          </a:p>
          <a:p>
            <a:pPr marL="0" marR="10795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rgbClr val="F1F1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Computer Science and Engineering</a:t>
            </a:r>
          </a:p>
          <a:p>
            <a:pPr marL="0" marR="10795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rgbClr val="F1F1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Amrita School of Computing, Bengaluru</a:t>
            </a:r>
          </a:p>
        </p:txBody>
      </p:sp>
      <p:sp>
        <p:nvSpPr>
          <p:cNvPr id="61" name="Google Shape;61;p1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27064FEA-BC33-489E-8092-C84637123CCE}" type="datetime1">
              <a:rPr lang="en-US" smtClean="0"/>
              <a:t>9/28/2026</a:t>
            </a:fld>
            <a:endParaRPr/>
          </a:p>
        </p:txBody>
      </p:sp>
      <p:sp>
        <p:nvSpPr>
          <p:cNvPr id="62" name="Google Shape;62;p1"/>
          <p:cNvSpPr txBox="1">
            <a:spLocks noGrp="1"/>
          </p:cNvSpPr>
          <p:nvPr>
            <p:ph type="ftr" idx="11"/>
          </p:nvPr>
        </p:nvSpPr>
        <p:spPr>
          <a:xfrm>
            <a:off x="5229605" y="6408369"/>
            <a:ext cx="1732915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Team – 08</a:t>
            </a:r>
            <a:endParaRPr/>
          </a:p>
        </p:txBody>
      </p:sp>
      <p:sp>
        <p:nvSpPr>
          <p:cNvPr id="63" name="Google Shape;63;p1"/>
          <p:cNvSpPr txBox="1">
            <a:spLocks noGrp="1"/>
          </p:cNvSpPr>
          <p:nvPr>
            <p:ph type="sldNum" idx="12"/>
          </p:nvPr>
        </p:nvSpPr>
        <p:spPr>
          <a:xfrm>
            <a:off x="11018520" y="6409944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53670" lvl="0" indent="0" algn="l" rtl="0">
              <a:lnSpc>
                <a:spcPct val="100555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F0585-93E1-02BD-CC7A-8EED0645A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204" y="278753"/>
            <a:ext cx="10932972" cy="553998"/>
          </a:xfrm>
        </p:spPr>
        <p:txBody>
          <a:bodyPr/>
          <a:lstStyle/>
          <a:p>
            <a:r>
              <a:rPr lang="en-IN" dirty="0"/>
              <a:t>My Component: Problem and Role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3E2852-BAB2-17D1-955B-51E220CAE1B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Team – 08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23C0BC-64F7-5E4A-EC99-5E7B9986A2D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072EF91-02CC-4360-86DB-8AAF8EE56052}" type="datetime1">
              <a:rPr lang="en-US" smtClean="0"/>
              <a:t>9/28/2026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E1BB5-F573-8C37-7F6F-9E691A74E71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018520" y="6409944"/>
            <a:ext cx="685800" cy="274320"/>
          </a:xfrm>
        </p:spPr>
        <p:txBody>
          <a:bodyPr/>
          <a:lstStyle/>
          <a:p>
            <a:pPr marL="15367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384048" y="960120"/>
            <a:ext cx="6766560" cy="2377440"/>
          </a:xfrm>
          <a:prstGeom prst="roundRect">
            <a:avLst>
              <a:gd name="adj" fmla="val 8000"/>
            </a:avLst>
          </a:prstGeom>
          <a:solidFill>
            <a:srgbClr val="F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21207" y="1069848"/>
            <a:ext cx="649224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C00000"/>
                </a:solidFill>
                <a:latin typeface="Times New Roman"/>
              </a:rPr>
              <a:t>Problems I solve</a:t>
            </a:r>
          </a:p>
          <a:p>
            <a:pPr algn="l" marL="228600" indent="-182880">
              <a:spcAft>
                <a:spcPts val="300"/>
              </a:spcAft>
              <a:buFont typeface="Arial"/>
              <a:buChar char="•"/>
            </a:pPr>
            <a:r>
              <a:rPr sz="1600" b="0" i="0">
                <a:solidFill>
                  <a:srgbClr val="1F1F1F"/>
                </a:solidFill>
                <a:latin typeface="Times New Roman"/>
              </a:rPr>
              <a:t>Detector: turn real crack images into per-cell uncertainty the agents can act on</a:t>
            </a:r>
          </a:p>
          <a:p>
            <a:pPr algn="l" marL="228600" indent="-182880">
              <a:spcAft>
                <a:spcPts val="300"/>
              </a:spcAft>
              <a:buFont typeface="Arial"/>
              <a:buChar char="•"/>
            </a:pPr>
            <a:r>
              <a:rPr sz="1600" b="0" i="0">
                <a:solidFill>
                  <a:srgbClr val="1F1F1F"/>
                </a:solidFill>
                <a:latin typeface="Times New Roman"/>
              </a:rPr>
              <a:t>Agent C: decide at each moment whether to explore new areas, refine an uncertain crack, or return home before the battery runs out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3520440"/>
            <a:ext cx="6766560" cy="2560320"/>
          </a:xfrm>
          <a:prstGeom prst="roundRect">
            <a:avLst>
              <a:gd name="adj" fmla="val 8000"/>
            </a:avLst>
          </a:prstGeom>
          <a:solidFill>
            <a:srgbClr val="F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21207" y="3630168"/>
            <a:ext cx="6492240" cy="23774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C00000"/>
                </a:solidFill>
                <a:latin typeface="Times New Roman"/>
              </a:rPr>
              <a:t>My contributions</a:t>
            </a:r>
          </a:p>
          <a:p>
            <a:pPr algn="l" marL="228600" indent="-182880">
              <a:spcAft>
                <a:spcPts val="300"/>
              </a:spcAft>
              <a:buFont typeface="Arial"/>
              <a:buChar char="•"/>
            </a:pPr>
            <a:r>
              <a:rPr sz="1600" b="0" i="0">
                <a:solidFill>
                  <a:srgbClr val="1F1F1F"/>
                </a:solidFill>
                <a:latin typeface="Times New Roman"/>
              </a:rPr>
              <a:t>DeepCrack → U-Net with MC-dropout → uncertainty cache used by the environment</a:t>
            </a:r>
          </a:p>
          <a:p>
            <a:pPr algn="l" marL="228600" indent="-182880">
              <a:spcAft>
                <a:spcPts val="300"/>
              </a:spcAft>
              <a:buFont typeface="Arial"/>
              <a:buChar char="•"/>
            </a:pPr>
            <a:r>
              <a:rPr sz="1600" b="0" i="0">
                <a:solidFill>
                  <a:srgbClr val="1F1F1F"/>
                </a:solidFill>
                <a:latin typeface="Times New Roman"/>
              </a:rPr>
              <a:t>Agent C: option-level (semi-MDP) formulation, A2C training and evaluation</a:t>
            </a:r>
          </a:p>
          <a:p>
            <a:pPr algn="l" marL="228600" indent="-182880">
              <a:spcAft>
                <a:spcPts val="300"/>
              </a:spcAft>
              <a:buFont typeface="Arial"/>
              <a:buChar char="•"/>
            </a:pPr>
            <a:r>
              <a:rPr sz="1600" b="0" i="0">
                <a:solidFill>
                  <a:srgbClr val="1F1F1F"/>
                </a:solidFill>
                <a:latin typeface="Times New Roman"/>
              </a:rPr>
              <a:t>Comparison with a rule-based supervisor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1280160"/>
            <a:ext cx="2103120" cy="731520"/>
          </a:xfrm>
          <a:prstGeom prst="roundRect">
            <a:avLst>
              <a:gd name="adj" fmla="val 15000"/>
            </a:avLst>
          </a:prstGeom>
          <a:solidFill>
            <a:srgbClr val="991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503920" y="1280160"/>
            <a:ext cx="210312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Times New Roman"/>
              </a:rPr>
              <a:t>Agent C (A2C)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Times New Roman"/>
              </a:rPr>
              <a:t>supervisor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2514600"/>
            <a:ext cx="1828800" cy="731520"/>
          </a:xfrm>
          <a:prstGeom prst="roundRect">
            <a:avLst>
              <a:gd name="adj" fmla="val 15000"/>
            </a:avLst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543800" y="2514600"/>
            <a:ext cx="182880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Times New Roman"/>
              </a:rPr>
              <a:t>Agent A (DQN)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Times New Roman"/>
              </a:rPr>
              <a:t>where to fly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38360" y="2514600"/>
            <a:ext cx="1828800" cy="731520"/>
          </a:xfrm>
          <a:prstGeom prst="roundRect">
            <a:avLst>
              <a:gd name="adj" fmla="val 15000"/>
            </a:avLst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738360" y="2514600"/>
            <a:ext cx="182880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Times New Roman"/>
              </a:rPr>
              <a:t>Agent B (PPO)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Times New Roman"/>
              </a:rPr>
              <a:t>how to view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43800" y="3749039"/>
            <a:ext cx="4023360" cy="731520"/>
          </a:xfrm>
          <a:prstGeom prst="roundRect">
            <a:avLst>
              <a:gd name="adj" fmla="val 15000"/>
            </a:avLst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543800" y="3749039"/>
            <a:ext cx="40233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Times New Roman"/>
              </a:rPr>
              <a:t>Shared environment + detector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Times New Roman"/>
              </a:rPr>
              <a:t>bridge · UAV · uncertainty · battery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8458200" y="2011680"/>
            <a:ext cx="640080" cy="50292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012680" y="2011680"/>
            <a:ext cx="640080" cy="50292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458200" y="3246120"/>
            <a:ext cx="0" cy="502919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652760" y="3246120"/>
            <a:ext cx="0" cy="502919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543800" y="4663440"/>
            <a:ext cx="411480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595959"/>
                </a:solidFill>
                <a:latin typeface="Times New Roman"/>
              </a:rPr>
              <a:t>Why RL: explore / refine / return is a long-horizon trade-off between defects found and battery; its value is known only at mission end.</a:t>
            </a:r>
          </a:p>
        </p:txBody>
      </p:sp>
    </p:spTree>
    <p:extLst>
      <p:ext uri="{BB962C8B-B14F-4D97-AF65-F5344CB8AC3E}">
        <p14:creationId xmlns:p14="http://schemas.microsoft.com/office/powerpoint/2010/main" val="2736731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F0585-93E1-02BD-CC7A-8EED0645A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204" y="278753"/>
            <a:ext cx="10932972" cy="553998"/>
          </a:xfrm>
        </p:spPr>
        <p:txBody>
          <a:bodyPr/>
          <a:lstStyle/>
          <a:p>
            <a:r>
              <a:rPr lang="en-IN" dirty="0"/>
              <a:t>Real-Image Detector: DeepCrack + MC-Dropout U-Net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3E2852-BAB2-17D1-955B-51E220CAE1B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Team – 08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23C0BC-64F7-5E4A-EC99-5E7B9986A2D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072EF91-02CC-4360-86DB-8AAF8EE56052}" type="datetime1">
              <a:rPr lang="en-US" smtClean="0"/>
              <a:t>9/28/2026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E1BB5-F573-8C37-7F6F-9E691A74E71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018520" y="6409944"/>
            <a:ext cx="685800" cy="274320"/>
          </a:xfrm>
        </p:spPr>
        <p:txBody>
          <a:bodyPr/>
          <a:lstStyle/>
          <a:p>
            <a:pPr marL="15367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384048" y="960120"/>
            <a:ext cx="4754880" cy="3017520"/>
          </a:xfrm>
          <a:prstGeom prst="roundRect">
            <a:avLst>
              <a:gd name="adj" fmla="val 8000"/>
            </a:avLst>
          </a:prstGeom>
          <a:solidFill>
            <a:srgbClr val="F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21207" y="1069848"/>
            <a:ext cx="4480560" cy="28346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C00000"/>
                </a:solidFill>
                <a:latin typeface="Times New Roman"/>
              </a:rPr>
              <a:t>Pipeline</a:t>
            </a:r>
          </a:p>
          <a:p>
            <a:pPr algn="l" marL="228600" indent="-182880">
              <a:spcAft>
                <a:spcPts val="300"/>
              </a:spcAft>
              <a:buFont typeface="Arial"/>
              <a:buChar char="•"/>
            </a:pPr>
            <a:r>
              <a:rPr sz="1400" b="0" i="0">
                <a:solidFill>
                  <a:srgbClr val="1F1F1F"/>
                </a:solidFill>
                <a:latin typeface="Times New Roman"/>
              </a:rPr>
              <a:t>DeepCrack: 300 train / 237 test crack images with masks</a:t>
            </a:r>
          </a:p>
          <a:p>
            <a:pPr algn="l" marL="228600" indent="-182880">
              <a:spcAft>
                <a:spcPts val="300"/>
              </a:spcAft>
              <a:buFont typeface="Arial"/>
              <a:buChar char="•"/>
            </a:pPr>
            <a:r>
              <a:rPr sz="1400" b="0" i="0">
                <a:solidFill>
                  <a:srgbClr val="1F1F1F"/>
                </a:solidFill>
                <a:latin typeface="Times New Roman"/>
              </a:rPr>
              <a:t>U-Net trained on TRAIN only; 64×64 patches from TEST only (no leakage)</a:t>
            </a:r>
          </a:p>
          <a:p>
            <a:pPr algn="l" marL="228600" indent="-182880">
              <a:spcAft>
                <a:spcPts val="300"/>
              </a:spcAft>
              <a:buFont typeface="Arial"/>
              <a:buChar char="•"/>
            </a:pPr>
            <a:r>
              <a:rPr sz="1400" b="0" i="0">
                <a:solidFill>
                  <a:srgbClr val="1F1F1F"/>
                </a:solidFill>
                <a:latin typeface="Times New Roman"/>
              </a:rPr>
              <a:t>Each patch viewed at 5 qualities (4 → 64 px)</a:t>
            </a:r>
          </a:p>
          <a:p>
            <a:pPr algn="l" marL="228600" indent="-182880">
              <a:spcAft>
                <a:spcPts val="300"/>
              </a:spcAft>
              <a:buFont typeface="Arial"/>
              <a:buChar char="•"/>
            </a:pPr>
            <a:r>
              <a:rPr sz="1400" b="0" i="0">
                <a:solidFill>
                  <a:srgbClr val="1F1F1F"/>
                </a:solidFill>
                <a:latin typeface="Times New Roman"/>
              </a:rPr>
              <a:t>10 MC-dropout passes → uncertainty = predictive entropy of the mean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84048" y="4160520"/>
          <a:ext cx="4754880" cy="1645920"/>
        </p:xfrm>
        <a:graphic>
          <a:graphicData uri="http://schemas.openxmlformats.org/drawingml/2006/table">
            <a:tbl>
              <a:tblPr firstRow="0" bandRow="0"/>
              <a:tblGrid>
                <a:gridCol w="1371600"/>
                <a:gridCol w="1097280"/>
                <a:gridCol w="1097280"/>
                <a:gridCol w="118872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View</a:t>
                      </a:r>
                    </a:p>
                  </a:txBody>
                  <a:tcPr marL="73152" marR="73152" marT="27432" marB="27432" anchor="ctr">
                    <a:solidFill>
                      <a:srgbClr val="9912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u defect</a:t>
                      </a:r>
                    </a:p>
                  </a:txBody>
                  <a:tcPr marL="73152" marR="73152" marT="27432" marB="27432" anchor="ctr">
                    <a:solidFill>
                      <a:srgbClr val="9912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u clean</a:t>
                      </a:r>
                    </a:p>
                  </a:txBody>
                  <a:tcPr marL="73152" marR="73152" marT="27432" marB="27432" anchor="ctr">
                    <a:solidFill>
                      <a:srgbClr val="9912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IoU defect</a:t>
                      </a:r>
                    </a:p>
                  </a:txBody>
                  <a:tcPr marL="73152" marR="73152" marT="27432" marB="27432" anchor="ctr">
                    <a:solidFill>
                      <a:srgbClr val="991245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1F1F"/>
                          </a:solidFill>
                          <a:latin typeface="Times New Roman"/>
                        </a:rPr>
                        <a:t>q0 (4 px)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0.59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0.41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0.23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1F1F"/>
                          </a:solidFill>
                          <a:latin typeface="Times New Roman"/>
                        </a:rPr>
                        <a:t>q2 (16 px)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0.47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0.21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0.66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1F1F"/>
                          </a:solidFill>
                          <a:latin typeface="Times New Roman"/>
                        </a:rPr>
                        <a:t>q4 (64 px)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0.42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0.14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0.72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0" name="Picture 9" descr="detector_view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960120"/>
            <a:ext cx="6949440" cy="4343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94960" y="5394960"/>
            <a:ext cx="63550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595959"/>
                </a:solidFill>
                <a:latin typeface="Times New Roman"/>
              </a:rPr>
              <a:t>Better view → lower uncertainty and higher IoU. Std alone failed (blurred views look falsely confident); predictive entropy works. Numbers from our verification run; replace with your final run.</a:t>
            </a:r>
          </a:p>
        </p:txBody>
      </p:sp>
    </p:spTree>
    <p:extLst>
      <p:ext uri="{BB962C8B-B14F-4D97-AF65-F5344CB8AC3E}">
        <p14:creationId xmlns:p14="http://schemas.microsoft.com/office/powerpoint/2010/main" val="27367313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F0585-93E1-02BD-CC7A-8EED0645A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204" y="278753"/>
            <a:ext cx="10932972" cy="553998"/>
          </a:xfrm>
        </p:spPr>
        <p:txBody>
          <a:bodyPr/>
          <a:lstStyle/>
          <a:p>
            <a:r>
              <a:rPr lang="en-IN" dirty="0"/>
              <a:t>MDP Formulation of Agent C (Semi-MDP)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3E2852-BAB2-17D1-955B-51E220CAE1B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Team – 08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23C0BC-64F7-5E4A-EC99-5E7B9986A2D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072EF91-02CC-4360-86DB-8AAF8EE56052}" type="datetime1">
              <a:rPr lang="en-US" smtClean="0"/>
              <a:t>9/28/2026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E1BB5-F573-8C37-7F6F-9E691A74E71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018520" y="6409944"/>
            <a:ext cx="685800" cy="274320"/>
          </a:xfrm>
        </p:spPr>
        <p:txBody>
          <a:bodyPr/>
          <a:lstStyle/>
          <a:p>
            <a:pPr marL="15367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</a:t>
            </a:fld>
            <a:endParaRPr lang="en-IN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84048" y="960120"/>
          <a:ext cx="7223760" cy="4663440"/>
        </p:xfrm>
        <a:graphic>
          <a:graphicData uri="http://schemas.openxmlformats.org/drawingml/2006/table">
            <a:tbl>
              <a:tblPr firstRow="0" bandRow="0"/>
              <a:tblGrid>
                <a:gridCol w="1828800"/>
                <a:gridCol w="5394960"/>
              </a:tblGrid>
              <a:tr h="77724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Element</a:t>
                      </a:r>
                    </a:p>
                  </a:txBody>
                  <a:tcPr marL="73152" marR="73152" marT="27432" marB="27432" anchor="ctr">
                    <a:solidFill>
                      <a:srgbClr val="9912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Definition</a:t>
                      </a:r>
                    </a:p>
                  </a:txBody>
                  <a:tcPr marL="73152" marR="73152" marT="27432" marB="27432" anchor="ctr">
                    <a:solidFill>
                      <a:srgbClr val="991245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1F1F"/>
                          </a:solidFill>
                          <a:latin typeface="Times New Roman"/>
                        </a:rPr>
                        <a:t>State (6)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Battery, coverage, mean uncertainty, fraction of defects found, distance to base, time used; all in [0, 1]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1F1F"/>
                          </a:solidFill>
                          <a:latin typeface="Times New Roman"/>
                        </a:rPr>
                        <a:t>Actions (3 options)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Explore: Agent A for 5 steps · Refine: Agent B (≤ 10 steps) on the most uncertain cell in view · Return home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1F1F"/>
                          </a:solidFill>
                          <a:latin typeface="Times New Roman"/>
                        </a:rPr>
                        <a:t>Dynamics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Each option runs several low-level steps, updating coverage, uncertainty and battery (temporal abstraction)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1F1F"/>
                          </a:solidFill>
                          <a:latin typeface="Times New Roman"/>
                        </a:rPr>
                        <a:t>Reward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+2 per newly confirmed defect − 0.5 × energy used;  −10 if the battery empties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1F1F"/>
                          </a:solidFill>
                          <a:latin typeface="Times New Roman"/>
                        </a:rPr>
                        <a:t>Episode end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Return home (success = safe return), battery empty, or 40 decisions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818120" y="960120"/>
            <a:ext cx="3931920" cy="5120640"/>
          </a:xfrm>
          <a:prstGeom prst="roundRect">
            <a:avLst>
              <a:gd name="adj" fmla="val 8000"/>
            </a:avLst>
          </a:prstGeom>
          <a:solidFill>
            <a:srgbClr val="F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955280" y="1069848"/>
            <a:ext cx="3657600" cy="493775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C00000"/>
                </a:solidFill>
                <a:latin typeface="Times New Roman"/>
              </a:rPr>
              <a:t>Why options?</a:t>
            </a:r>
          </a:p>
          <a:p>
            <a:pPr algn="l" marL="228600" indent="-182880">
              <a:spcAft>
                <a:spcPts val="300"/>
              </a:spcAft>
              <a:buFont typeface="Arial"/>
              <a:buChar char="•"/>
            </a:pPr>
            <a:r>
              <a:rPr sz="1500" b="0" i="0">
                <a:solidFill>
                  <a:srgbClr val="1F1F1F"/>
                </a:solidFill>
                <a:latin typeface="Times New Roman"/>
              </a:rPr>
              <a:t>One supervisor decision spans many low-level moves (Sutton, Precup &amp; Singh, 1999)</a:t>
            </a:r>
          </a:p>
          <a:p>
            <a:pPr algn="l" marL="228600" indent="-182880">
              <a:spcAft>
                <a:spcPts val="300"/>
              </a:spcAft>
              <a:buFont typeface="Arial"/>
              <a:buChar char="•"/>
            </a:pPr>
            <a:r>
              <a:rPr sz="1500" b="0" i="0">
                <a:solidFill>
                  <a:srgbClr val="1F1F1F"/>
                </a:solidFill>
                <a:latin typeface="Times New Roman"/>
              </a:rPr>
              <a:t>Small, abstract state: easy to learn and to explain</a:t>
            </a:r>
          </a:p>
          <a:p>
            <a:pPr algn="l" marL="228600" indent="-182880">
              <a:spcAft>
                <a:spcPts val="300"/>
              </a:spcAft>
              <a:buFont typeface="Arial"/>
              <a:buChar char="•"/>
            </a:pPr>
            <a:r>
              <a:rPr sz="1500" b="0" i="0">
                <a:solidFill>
                  <a:srgbClr val="1F1F1F"/>
                </a:solidFill>
                <a:latin typeface="Times New Roman"/>
              </a:rPr>
              <a:t>The same options can call scripted stubs during training or the trained Agents A and B at integration</a:t>
            </a:r>
          </a:p>
        </p:txBody>
      </p:sp>
    </p:spTree>
    <p:extLst>
      <p:ext uri="{BB962C8B-B14F-4D97-AF65-F5344CB8AC3E}">
        <p14:creationId xmlns:p14="http://schemas.microsoft.com/office/powerpoint/2010/main" val="2736731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F0585-93E1-02BD-CC7A-8EED0645A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204" y="278753"/>
            <a:ext cx="10932972" cy="553998"/>
          </a:xfrm>
        </p:spPr>
        <p:txBody>
          <a:bodyPr/>
          <a:lstStyle/>
          <a:p>
            <a:r>
              <a:rPr lang="en-IN" dirty="0"/>
              <a:t>Algorithm: Advantage Actor-Critic (A2C)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3E2852-BAB2-17D1-955B-51E220CAE1B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Team – 08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23C0BC-64F7-5E4A-EC99-5E7B9986A2D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072EF91-02CC-4360-86DB-8AAF8EE56052}" type="datetime1">
              <a:rPr lang="en-US" smtClean="0"/>
              <a:t>9/28/2026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E1BB5-F573-8C37-7F6F-9E691A74E71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018520" y="6409944"/>
            <a:ext cx="685800" cy="274320"/>
          </a:xfrm>
        </p:spPr>
        <p:txBody>
          <a:bodyPr/>
          <a:lstStyle/>
          <a:p>
            <a:pPr marL="15367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384048" y="960120"/>
            <a:ext cx="5577840" cy="2331720"/>
          </a:xfrm>
          <a:prstGeom prst="roundRect">
            <a:avLst>
              <a:gd name="adj" fmla="val 8000"/>
            </a:avLst>
          </a:prstGeom>
          <a:solidFill>
            <a:srgbClr val="F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21207" y="1069848"/>
            <a:ext cx="5303520" cy="21488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C00000"/>
                </a:solidFill>
                <a:latin typeface="Times New Roman"/>
              </a:rPr>
              <a:t>Why A2C</a:t>
            </a:r>
          </a:p>
          <a:p>
            <a:pPr algn="l" marL="228600" indent="-182880">
              <a:spcAft>
                <a:spcPts val="300"/>
              </a:spcAft>
              <a:buFont typeface="Arial"/>
              <a:buChar char="•"/>
            </a:pPr>
            <a:r>
              <a:rPr sz="1500" b="0" i="0">
                <a:solidFill>
                  <a:srgbClr val="1F1F1F"/>
                </a:solidFill>
                <a:latin typeface="Times New Roman"/>
              </a:rPr>
              <a:t>Only 3 discrete options and a 6-value state</a:t>
            </a:r>
          </a:p>
          <a:p>
            <a:pPr algn="l" marL="228600" indent="-182880">
              <a:spcAft>
                <a:spcPts val="300"/>
              </a:spcAft>
              <a:buFont typeface="Arial"/>
              <a:buChar char="•"/>
            </a:pPr>
            <a:r>
              <a:rPr sz="1500" b="0" i="0">
                <a:solidFill>
                  <a:srgbClr val="1F1F1F"/>
                </a:solidFill>
                <a:latin typeface="Times New Roman"/>
              </a:rPr>
              <a:t>Actor-critic: the critic V(s) reduces variance of policy gradients</a:t>
            </a:r>
          </a:p>
          <a:p>
            <a:pPr algn="l" marL="228600" indent="-182880">
              <a:spcAft>
                <a:spcPts val="300"/>
              </a:spcAft>
              <a:buFont typeface="Arial"/>
              <a:buChar char="•"/>
            </a:pPr>
            <a:r>
              <a:rPr sz="1500" b="0" i="0">
                <a:solidFill>
                  <a:srgbClr val="1F1F1F"/>
                </a:solidFill>
                <a:latin typeface="Times New Roman"/>
              </a:rPr>
              <a:t>Cheap, on-policy, 4 parallel environments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3474720"/>
            <a:ext cx="55778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C00000"/>
                </a:solidFill>
                <a:latin typeface="Times New Roman"/>
              </a:rPr>
              <a:t>Update (as implemented in SB3)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3886200"/>
            <a:ext cx="557784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B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75488" y="3931920"/>
            <a:ext cx="5394959" cy="10972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1F1F1F"/>
                </a:solidFill>
                <a:latin typeface="Courier New"/>
              </a:rPr>
              <a:t>A = r + γ·V(s′) − V(s)</a:t>
            </a:r>
          </a:p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1F1F1F"/>
                </a:solidFill>
                <a:latin typeface="Courier New"/>
              </a:rPr>
              <a:t>∇J = E[∇log π(a|s)·A] + β·∇H(π)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5212080"/>
            <a:ext cx="557784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1F1F"/>
                </a:solidFill>
                <a:latin typeface="Times New Roman"/>
              </a:rPr>
              <a:t>Exploration: softmax policy + entropy bonus β = 0.01. Demo: at the start π(Explore) ≈ 1.0 → reward +5.99 (4 defects confirmed).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263640" y="960120"/>
          <a:ext cx="5486400" cy="4937760"/>
        </p:xfrm>
        <a:graphic>
          <a:graphicData uri="http://schemas.openxmlformats.org/drawingml/2006/table">
            <a:tbl>
              <a:tblPr firstRow="0" bandRow="0"/>
              <a:tblGrid>
                <a:gridCol w="2377440"/>
                <a:gridCol w="310896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Hyper-parameter</a:t>
                      </a:r>
                    </a:p>
                  </a:txBody>
                  <a:tcPr marL="73152" marR="73152" marT="27432" marB="27432" anchor="ctr">
                    <a:solidFill>
                      <a:srgbClr val="9912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Value</a:t>
                      </a:r>
                    </a:p>
                  </a:txBody>
                  <a:tcPr marL="73152" marR="73152" marT="27432" marB="27432" anchor="ctr">
                    <a:solidFill>
                      <a:srgbClr val="991245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F1F1F"/>
                          </a:solidFill>
                          <a:latin typeface="Times New Roman"/>
                        </a:rPr>
                        <a:t>Network (MLP)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1F1F"/>
                          </a:solidFill>
                          <a:latin typeface="Times New Roman"/>
                        </a:rPr>
                        <a:t>64 – 64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F1F1F"/>
                          </a:solidFill>
                          <a:latin typeface="Times New Roman"/>
                        </a:rPr>
                        <a:t>Learning rate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1F1F"/>
                          </a:solidFill>
                          <a:latin typeface="Times New Roman"/>
                        </a:rPr>
                        <a:t>7 × 10⁻⁴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F1F1F"/>
                          </a:solidFill>
                          <a:latin typeface="Times New Roman"/>
                        </a:rPr>
                        <a:t>Discount γ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1F1F"/>
                          </a:solidFill>
                          <a:latin typeface="Times New Roman"/>
                        </a:rPr>
                        <a:t>0.99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F1F1F"/>
                          </a:solidFill>
                          <a:latin typeface="Times New Roman"/>
                        </a:rPr>
                        <a:t>n-steps × envs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1F1F"/>
                          </a:solidFill>
                          <a:latin typeface="Times New Roman"/>
                        </a:rPr>
                        <a:t>8 × 4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F1F1F"/>
                          </a:solidFill>
                          <a:latin typeface="Times New Roman"/>
                        </a:rPr>
                        <a:t>Entropy coef β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1F1F"/>
                          </a:solidFill>
                          <a:latin typeface="Times New Roman"/>
                        </a:rPr>
                        <a:t>0.01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F1F1F"/>
                          </a:solidFill>
                          <a:latin typeface="Times New Roman"/>
                        </a:rPr>
                        <a:t>Value coef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1F1F"/>
                          </a:solidFill>
                          <a:latin typeface="Times New Roman"/>
                        </a:rPr>
                        <a:t>0.5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F1F1F"/>
                          </a:solidFill>
                          <a:latin typeface="Times New Roman"/>
                        </a:rPr>
                        <a:t>Grad-norm clip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1F1F"/>
                          </a:solidFill>
                          <a:latin typeface="Times New Roman"/>
                        </a:rPr>
                        <a:t>0.5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F1F1F"/>
                          </a:solidFill>
                          <a:latin typeface="Times New Roman"/>
                        </a:rPr>
                        <a:t>Training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1F1F"/>
                          </a:solidFill>
                          <a:latin typeface="Times New Roman"/>
                        </a:rPr>
                        <a:t>100k decisions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67313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F0585-93E1-02BD-CC7A-8EED0645A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204" y="278753"/>
            <a:ext cx="10932972" cy="553998"/>
          </a:xfrm>
        </p:spPr>
        <p:txBody>
          <a:bodyPr/>
          <a:lstStyle/>
          <a:p>
            <a:r>
              <a:rPr lang="en-IN" dirty="0"/>
              <a:t>Results, Analysis and Conclusion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3E2852-BAB2-17D1-955B-51E220CAE1B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Team – 08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23C0BC-64F7-5E4A-EC99-5E7B9986A2D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072EF91-02CC-4360-86DB-8AAF8EE56052}" type="datetime1">
              <a:rPr lang="en-US" smtClean="0"/>
              <a:t>9/28/2026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E1BB5-F573-8C37-7F6F-9E691A74E71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018520" y="6409944"/>
            <a:ext cx="685800" cy="274320"/>
          </a:xfrm>
        </p:spPr>
        <p:txBody>
          <a:bodyPr/>
          <a:lstStyle/>
          <a:p>
            <a:pPr marL="15367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</a:t>
            </a:fld>
            <a:endParaRPr lang="en-IN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84048" y="960120"/>
          <a:ext cx="6400800" cy="1645920"/>
        </p:xfrm>
        <a:graphic>
          <a:graphicData uri="http://schemas.openxmlformats.org/drawingml/2006/table">
            <a:tbl>
              <a:tblPr firstRow="0" bandRow="0"/>
              <a:tblGrid>
                <a:gridCol w="2194560"/>
                <a:gridCol w="1005840"/>
                <a:gridCol w="1097280"/>
                <a:gridCol w="1005840"/>
                <a:gridCol w="109728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Policy (20 missions)</a:t>
                      </a:r>
                    </a:p>
                  </a:txBody>
                  <a:tcPr marL="73152" marR="73152" marT="27432" marB="27432" anchor="ctr">
                    <a:solidFill>
                      <a:srgbClr val="9912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Return</a:t>
                      </a:r>
                    </a:p>
                  </a:txBody>
                  <a:tcPr marL="73152" marR="73152" marT="27432" marB="27432" anchor="ctr">
                    <a:solidFill>
                      <a:srgbClr val="9912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Decisions</a:t>
                      </a:r>
                    </a:p>
                  </a:txBody>
                  <a:tcPr marL="73152" marR="73152" marT="27432" marB="27432" anchor="ctr">
                    <a:solidFill>
                      <a:srgbClr val="9912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Defects</a:t>
                      </a:r>
                    </a:p>
                  </a:txBody>
                  <a:tcPr marL="73152" marR="73152" marT="27432" marB="27432" anchor="ctr">
                    <a:solidFill>
                      <a:srgbClr val="9912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Energy</a:t>
                      </a:r>
                    </a:p>
                  </a:txBody>
                  <a:tcPr marL="73152" marR="73152" marT="27432" marB="27432" anchor="ctr">
                    <a:solidFill>
                      <a:srgbClr val="991245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1F1F"/>
                          </a:solidFill>
                          <a:latin typeface="Times New Roman"/>
                        </a:rPr>
                        <a:t>A2C (Agent C)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41.1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1F1F"/>
                          </a:solidFill>
                          <a:latin typeface="Times New Roman"/>
                        </a:rPr>
                        <a:t>16.8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21.6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1F1F"/>
                          </a:solidFill>
                          <a:latin typeface="Times New Roman"/>
                        </a:rPr>
                        <a:t>0.45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1F1F"/>
                          </a:solidFill>
                          <a:latin typeface="Times New Roman"/>
                        </a:rPr>
                        <a:t>Rule supervisor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1F1F"/>
                          </a:solidFill>
                          <a:latin typeface="Times New Roman"/>
                        </a:rPr>
                        <a:t>42.8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33.8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1F1F"/>
                          </a:solidFill>
                          <a:latin typeface="Times New Roman"/>
                        </a:rPr>
                        <a:t>22.6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0.95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1F1F"/>
                          </a:solidFill>
                          <a:latin typeface="Times New Roman"/>
                        </a:rPr>
                        <a:t>Random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4.1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3.0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3.0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  <a:latin typeface="Times New Roman"/>
                        </a:rPr>
                        <a:t>0.07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995160" y="960120"/>
            <a:ext cx="4754880" cy="2651760"/>
          </a:xfrm>
          <a:prstGeom prst="roundRect">
            <a:avLst>
              <a:gd name="adj" fmla="val 8000"/>
            </a:avLst>
          </a:prstGeom>
          <a:solidFill>
            <a:srgbClr val="F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132320" y="1069848"/>
            <a:ext cx="4480560" cy="246887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C00000"/>
                </a:solidFill>
                <a:latin typeface="Times New Roman"/>
              </a:rPr>
              <a:t>Analysis</a:t>
            </a:r>
          </a:p>
          <a:p>
            <a:pPr algn="l" marL="228600" indent="-182880">
              <a:spcAft>
                <a:spcPts val="300"/>
              </a:spcAft>
              <a:buFont typeface="Arial"/>
              <a:buChar char="•"/>
            </a:pPr>
            <a:r>
              <a:rPr sz="1300" b="0" i="0">
                <a:solidFill>
                  <a:srgbClr val="1F1F1F"/>
                </a:solidFill>
                <a:latin typeface="Times New Roman"/>
              </a:rPr>
              <a:t>Same safe-return rate as the rule, at about half the energy and half the decisions</a:t>
            </a:r>
          </a:p>
          <a:p>
            <a:pPr algn="l" marL="228600" indent="-182880">
              <a:spcAft>
                <a:spcPts val="300"/>
              </a:spcAft>
              <a:buFont typeface="Arial"/>
              <a:buChar char="•"/>
            </a:pPr>
            <a:r>
              <a:rPr sz="1300" b="0" i="0">
                <a:solidFill>
                  <a:srgbClr val="1F1F1F"/>
                </a:solidFill>
                <a:latin typeface="Times New Roman"/>
              </a:rPr>
              <a:t>Learned policy almost never chooses Refine: refining rarely confirms new defects under this reward → reward-design insight</a:t>
            </a:r>
          </a:p>
          <a:p>
            <a:pPr algn="l" marL="228600" indent="-182880">
              <a:spcAft>
                <a:spcPts val="300"/>
              </a:spcAft>
              <a:buFont typeface="Arial"/>
              <a:buChar char="•"/>
            </a:pPr>
            <a:r>
              <a:rPr sz="1300" b="0" i="0">
                <a:solidFill>
                  <a:srgbClr val="1F1F1F"/>
                </a:solidFill>
                <a:latin typeface="Times New Roman"/>
              </a:rPr>
              <a:t>Next: entropy sensitivity (CO5), retrain with learned Agent A</a:t>
            </a:r>
          </a:p>
        </p:txBody>
      </p:sp>
      <p:pic>
        <p:nvPicPr>
          <p:cNvPr id="10" name="Picture 9" descr="c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017520"/>
            <a:ext cx="6172200" cy="1645920"/>
          </a:xfrm>
          <a:prstGeom prst="rect">
            <a:avLst/>
          </a:prstGeom>
        </p:spPr>
      </p:pic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84048" y="5029200"/>
          <a:ext cx="11338560" cy="1097280"/>
        </p:xfrm>
        <a:graphic>
          <a:graphicData uri="http://schemas.openxmlformats.org/drawingml/2006/table">
            <a:tbl>
              <a:tblPr firstRow="0" bandRow="0"/>
              <a:tblGrid>
                <a:gridCol w="1463040"/>
                <a:gridCol w="987552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CO</a:t>
                      </a:r>
                    </a:p>
                  </a:txBody>
                  <a:tcPr marL="73152" marR="73152" marT="27432" marB="27432" anchor="ctr">
                    <a:solidFill>
                      <a:srgbClr val="9912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Evidence from my component</a:t>
                      </a:r>
                    </a:p>
                  </a:txBody>
                  <a:tcPr marL="73152" marR="73152" marT="27432" marB="27432" anchor="ctr">
                    <a:solidFill>
                      <a:srgbClr val="99124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F1F1F"/>
                          </a:solidFill>
                          <a:latin typeface="Times New Roman"/>
                        </a:rPr>
                        <a:t>CO1 / CO2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Times New Roman"/>
                        </a:rPr>
                        <a:t>Long-horizon explore/refine/return trade-off as a semi-MDP; A2C justified by small discrete option space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F1F1F"/>
                          </a:solidFill>
                          <a:latin typeface="Times New Roman"/>
                        </a:rPr>
                        <a:t>CO3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Times New Roman"/>
                        </a:rPr>
                        <a:t>Working A2C supervisor + real-image detector feeding the environment; demo and learning curves</a:t>
                      </a:r>
                    </a:p>
                  </a:txBody>
                  <a:tcPr marL="73152" marR="73152" marT="27432" marB="27432" anchor="ctr">
                    <a:solidFill>
                      <a:srgbClr val="F9ECF1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995160" y="3794760"/>
            <a:ext cx="47548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595959"/>
                </a:solidFill>
                <a:latin typeface="Times New Roman"/>
              </a:rPr>
              <a:t>Curves: mission return, energy and defects vs episode (dashed = rule supervisor). Numbers from our verification run; replace with your final run.</a:t>
            </a:r>
          </a:p>
        </p:txBody>
      </p:sp>
    </p:spTree>
    <p:extLst>
      <p:ext uri="{BB962C8B-B14F-4D97-AF65-F5344CB8AC3E}">
        <p14:creationId xmlns:p14="http://schemas.microsoft.com/office/powerpoint/2010/main" val="27367313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1502</TotalTime>
  <Words>176</Words>
  <Application>Microsoft Office PowerPoint</Application>
  <PresentationFormat>Widescreen</PresentationFormat>
  <Paragraphs>27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Times New Roman</vt:lpstr>
      <vt:lpstr>Office Theme</vt:lpstr>
      <vt:lpstr>22AIE312 Big Data Analytics</vt:lpstr>
      <vt:lpstr>Introduction</vt:lpstr>
      <vt:lpstr>Thank you !! -Ms. Sangita Khare ma’am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Mohammed Azam Sayeed</dc:creator>
  <cp:lastModifiedBy>NUNNA LEEKHITH SRI KRISHNA-[BL.EN.U4AIE23060]</cp:lastModifiedBy>
  <cp:revision>6</cp:revision>
  <dcterms:created xsi:type="dcterms:W3CDTF">2025-10-05T08:33:38Z</dcterms:created>
  <dcterms:modified xsi:type="dcterms:W3CDTF">2026-09-28T08:02:08Z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2025-08-06T00:00:00Z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2025-10-05T00:00:00Z</vt:filetime>
  </property>
  <property fmtid="{D5CDD505-2E9C-101B-9397-08002B2CF9AE}" pid="5" name="Producer">
    <vt:lpwstr>Microsoft® PowerPoint® for Microsoft 365</vt:lpwstr>
  </property>
</Properties>
</file>